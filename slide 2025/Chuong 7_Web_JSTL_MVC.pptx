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</p:sldIdLst>
  <p:sldSz cx="12192000" cy="6858000"/>
  <p:notesSz cx="12192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D64CC-2124-DD17-4457-283FBD4B1F02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447800"/>
            <a:ext cx="12192000" cy="16002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9CF2BD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72641BC3-56BD-7E5A-1586-5E40C823A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5257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C0CA723-3284-DC26-5D25-135CA5FB1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5486400"/>
            <a:ext cx="812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327D7F1B-EBB6-69DA-2EF7-715736052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6400" y="5257800"/>
            <a:ext cx="1117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B3EA98CD-B254-3797-5CA4-9BB8BDBF2D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4648200"/>
            <a:ext cx="1524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80035725-1933-3159-9444-9A1F541D04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4648200"/>
            <a:ext cx="2032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9B20ED8-A8FB-F6C4-5D9E-BCBD4E9F4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0" y="5257800"/>
            <a:ext cx="4064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77845026-E300-48AD-C65F-39B49861D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5562600"/>
            <a:ext cx="406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E5F806C-123E-F6F4-7D2D-AC6215663C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5257800"/>
            <a:ext cx="6096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7B4640F6-2026-2C1A-1915-DBD3D4A1F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5257800"/>
            <a:ext cx="2235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DB26E338-6476-12C1-81AF-E84CC217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715001"/>
            <a:ext cx="8128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24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2400" b="0">
                <a:latin typeface="Arial" charset="0"/>
              </a:rPr>
              <a:t>Khoa Công nghệ Thông tin</a:t>
            </a: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D77AA3BA-E218-8E2D-F597-7ACA58D0D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2" y="5486401"/>
            <a:ext cx="2914649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032000" y="3352800"/>
            <a:ext cx="8534400" cy="190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032000" y="1443038"/>
            <a:ext cx="8534400" cy="1600200"/>
          </a:xfrm>
        </p:spPr>
        <p:txBody>
          <a:bodyPr anchor="ctr"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393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73AEE6-9C6F-7BBA-8109-C45E8EAEF9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BC18E67-EDC0-F2BA-4611-742F77BD07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85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31BA62-25D1-A26B-D444-C34C918B5B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2F66B6-B3EB-5425-FBF8-03B1FD90FF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6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200"/>
            <a:ext cx="5994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38200"/>
            <a:ext cx="5994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026BC1-E80D-8A2F-DAAA-F9035523C7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CA3B86-C335-1ED1-D718-E57B0897E5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97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44157-235C-6014-2F6A-E4D7A358D7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60433-024E-F7E6-A21C-783CB40D3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7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81C05FC-7B80-1EE9-364F-5C5E5DA6E4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E1AD55-2720-41F7-B9C3-C198C63A8E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7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D21A32B-62C8-936B-E5A7-0C9AD7F9AD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4E55B74-1CAA-FEAD-25E5-85DD8B55DF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62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A5AF8D-EC8D-B0C0-A859-7B3F7785C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59B47D6-5AEF-8523-4E98-351D97D45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61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94886B-A5BC-AF58-35E6-6476AE0ABB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90E02D4-D32F-89C8-C94D-F615C3B425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3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367135-A346-4A61-4AE9-554D84A434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4F0AE72-1BF6-075B-2ED6-39633B88B4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34926"/>
            <a:ext cx="3048000" cy="6289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4926"/>
            <a:ext cx="8940800" cy="6289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256238-C8ED-3C59-9971-155E145EEA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CDD2C1-0F22-523E-7D41-F72EAE5716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742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6"/>
            <a:ext cx="12192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0" y="838200"/>
            <a:ext cx="5994400" cy="5486400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838200"/>
            <a:ext cx="5994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F11B9E-33E9-6564-DD9A-8C80227DF0F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22FAA4-16DF-4624-EBAA-9227B02B1B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909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6"/>
            <a:ext cx="12192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838200"/>
            <a:ext cx="12192000" cy="5486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CEAADC-7E76-5F78-DF53-69601A97C1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BE83120-AD35-A09C-60F3-FC902BAE73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62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04566" y="1768855"/>
            <a:ext cx="32131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502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7E97EF80-C4FB-6389-BD3B-FCC758D88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6400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Line 3">
            <a:extLst>
              <a:ext uri="{FF2B5EF4-FFF2-40B4-BE49-F238E27FC236}">
                <a16:creationId xmlns:a16="http://schemas.microsoft.com/office/drawing/2014/main" id="{CEA258A7-808F-268A-25CE-78BE33F22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6629400"/>
            <a:ext cx="812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7FEFE42-A25C-FC30-BD48-3463E950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926"/>
            <a:ext cx="12192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1D4E5A-8F10-8A65-C951-D22B3A440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12192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286" name="Rectangle 6">
            <a:extLst>
              <a:ext uri="{FF2B5EF4-FFF2-40B4-BE49-F238E27FC236}">
                <a16:creationId xmlns:a16="http://schemas.microsoft.com/office/drawing/2014/main" id="{FE10EBC5-F115-5985-5628-A0E53037EF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67200" y="6400800"/>
            <a:ext cx="70104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5287" name="Rectangle 7">
            <a:extLst>
              <a:ext uri="{FF2B5EF4-FFF2-40B4-BE49-F238E27FC236}">
                <a16:creationId xmlns:a16="http://schemas.microsoft.com/office/drawing/2014/main" id="{8B0785A9-6DB9-ADE6-CED8-A42DFC0AE1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80800" y="6438900"/>
            <a:ext cx="584200" cy="342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0F92A89-F6CB-107F-FCB6-08EDA6FF4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" y="6400800"/>
            <a:ext cx="3556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0FEAAB88-CA15-BA8E-6F69-C13C1B7A4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85800"/>
            <a:ext cx="12192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>
            <a:extLst>
              <a:ext uri="{FF2B5EF4-FFF2-40B4-BE49-F238E27FC236}">
                <a16:creationId xmlns:a16="http://schemas.microsoft.com/office/drawing/2014/main" id="{DCB34201-F015-7C93-C4A8-521636FCFE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248400"/>
            <a:ext cx="406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>
            <a:extLst>
              <a:ext uri="{FF2B5EF4-FFF2-40B4-BE49-F238E27FC236}">
                <a16:creationId xmlns:a16="http://schemas.microsoft.com/office/drawing/2014/main" id="{72ADC741-D4A8-0AF5-0213-EFE86133CA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3200" y="6248400"/>
            <a:ext cx="508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2">
            <a:extLst>
              <a:ext uri="{FF2B5EF4-FFF2-40B4-BE49-F238E27FC236}">
                <a16:creationId xmlns:a16="http://schemas.microsoft.com/office/drawing/2014/main" id="{935BB0E6-F706-6802-41D9-7298F8CEF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6400800"/>
            <a:ext cx="2032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9F4C4DBA-D8AD-A437-288D-8ECB74F08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6553200"/>
            <a:ext cx="4368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Line 14">
            <a:extLst>
              <a:ext uri="{FF2B5EF4-FFF2-40B4-BE49-F238E27FC236}">
                <a16:creationId xmlns:a16="http://schemas.microsoft.com/office/drawing/2014/main" id="{C93FEBEB-32B5-5933-BC4C-4CEA418F75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6400800"/>
            <a:ext cx="3048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Line 15">
            <a:extLst>
              <a:ext uri="{FF2B5EF4-FFF2-40B4-BE49-F238E27FC236}">
                <a16:creationId xmlns:a16="http://schemas.microsoft.com/office/drawing/2014/main" id="{4C820666-53AD-1FF5-B66A-3DB6AF77B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6400800"/>
            <a:ext cx="2235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261E2AC5-3DA0-2574-68A6-DAA42E27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33" y="6400800"/>
            <a:ext cx="262123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12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1200" b="0">
                <a:latin typeface="Arial" charset="0"/>
              </a:rPr>
              <a:t>Khoa Công nghệ Thông tin</a:t>
            </a:r>
          </a:p>
        </p:txBody>
      </p:sp>
      <p:pic>
        <p:nvPicPr>
          <p:cNvPr id="1041" name="Picture 17">
            <a:extLst>
              <a:ext uri="{FF2B5EF4-FFF2-40B4-BE49-F238E27FC236}">
                <a16:creationId xmlns:a16="http://schemas.microsoft.com/office/drawing/2014/main" id="{9D51E846-9513-4B86-616B-B85E4B33D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2" y="6467476"/>
            <a:ext cx="781049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20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2pPr>
      <a:lvl3pPr marL="9715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1445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4pPr>
      <a:lvl5pPr marL="16002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stu.edu.vn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sp/html/fmt" TargetMode="External"/><Relationship Id="rId2" Type="http://schemas.openxmlformats.org/officeDocument/2006/relationships/hyperlink" Target="http://java.sun.com/jsp/html/cor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java.sun.com/jsp/html/functions" TargetMode="External"/><Relationship Id="rId4" Type="http://schemas.openxmlformats.org/officeDocument/2006/relationships/hyperlink" Target="http://java.sun.com/jsp/html/sql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sp/html/functions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445" y="2058914"/>
            <a:ext cx="6597015" cy="1915160"/>
          </a:xfrm>
          <a:prstGeom prst="rect">
            <a:avLst/>
          </a:prstGeom>
        </p:spPr>
        <p:txBody>
          <a:bodyPr vert="horz" wrap="square" lIns="0" tIns="4470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20"/>
              </a:spcBef>
            </a:pPr>
            <a:r>
              <a:rPr sz="6000" b="0" dirty="0">
                <a:latin typeface="Calibri Light"/>
                <a:cs typeface="Calibri Light"/>
              </a:rPr>
              <a:t>Web</a:t>
            </a:r>
            <a:r>
              <a:rPr sz="6000" b="0" spc="-105" dirty="0">
                <a:latin typeface="Calibri Light"/>
                <a:cs typeface="Calibri Light"/>
              </a:rPr>
              <a:t> </a:t>
            </a:r>
            <a:r>
              <a:rPr sz="6000" b="0" dirty="0">
                <a:latin typeface="Times New Roman"/>
                <a:cs typeface="Times New Roman"/>
              </a:rPr>
              <a:t>Java</a:t>
            </a:r>
            <a:r>
              <a:rPr sz="6000" b="0" spc="-114" dirty="0">
                <a:latin typeface="Times New Roman"/>
                <a:cs typeface="Times New Roman"/>
              </a:rPr>
              <a:t> </a:t>
            </a:r>
            <a:r>
              <a:rPr sz="6000" b="0" spc="-10" dirty="0">
                <a:latin typeface="Calibri Light"/>
                <a:cs typeface="Calibri Light"/>
              </a:rPr>
              <a:t>Application</a:t>
            </a:r>
            <a:endParaRPr sz="6000" dirty="0">
              <a:latin typeface="Calibri Light"/>
              <a:cs typeface="Calibri Light"/>
            </a:endParaRPr>
          </a:p>
          <a:p>
            <a:pPr marL="635" algn="ctr">
              <a:lnSpc>
                <a:spcPct val="100000"/>
              </a:lnSpc>
              <a:spcBef>
                <a:spcPts val="1375"/>
              </a:spcBef>
            </a:pPr>
            <a:r>
              <a:rPr sz="2400" b="0" dirty="0">
                <a:latin typeface="Arial"/>
                <a:cs typeface="Arial"/>
              </a:rPr>
              <a:t>Tổng</a:t>
            </a:r>
            <a:r>
              <a:rPr sz="2400" b="0" spc="-35" dirty="0">
                <a:latin typeface="Arial"/>
                <a:cs typeface="Arial"/>
              </a:rPr>
              <a:t> </a:t>
            </a:r>
            <a:r>
              <a:rPr sz="2400" b="0" spc="-20" dirty="0">
                <a:latin typeface="Arial"/>
                <a:cs typeface="Arial"/>
              </a:rPr>
              <a:t>quan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12192000" cy="650875"/>
          </a:xfrm>
          <a:prstGeom prst="rect">
            <a:avLst/>
          </a:prstGeom>
        </p:spPr>
        <p:txBody>
          <a:bodyPr vert="horz" wrap="square" lIns="0" tIns="631139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Các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thành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phần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Web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Aplication</a:t>
            </a:r>
            <a:endParaRPr sz="44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676400"/>
            <a:ext cx="75438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888" y="1047163"/>
            <a:ext cx="403606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Xử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lý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static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page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3839336"/>
            <a:ext cx="479806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Xử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lý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dynamic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page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18" y="1526322"/>
            <a:ext cx="5839938" cy="21312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4458444"/>
            <a:ext cx="7086600" cy="1713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12192000" cy="650875"/>
          </a:xfrm>
          <a:prstGeom prst="rect">
            <a:avLst/>
          </a:prstGeom>
        </p:spPr>
        <p:txBody>
          <a:bodyPr vert="horz" wrap="square" lIns="0" tIns="631139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3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phương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pháp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phát</a:t>
            </a:r>
            <a:r>
              <a:rPr sz="4400" b="0" spc="-3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triển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java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web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707918"/>
            <a:ext cx="10513062" cy="157094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Servlet/JSP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JSF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Spring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frameWork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2400" y="272651"/>
            <a:ext cx="12192000" cy="650875"/>
          </a:xfrm>
          <a:prstGeom prst="rect">
            <a:avLst/>
          </a:prstGeom>
        </p:spPr>
        <p:txBody>
          <a:bodyPr vert="horz" wrap="square" lIns="0" tIns="631139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Các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thành</a:t>
            </a:r>
            <a:r>
              <a:rPr sz="4400" b="0" spc="-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phần</a:t>
            </a:r>
            <a:r>
              <a:rPr sz="4400" b="0" spc="-1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của</a:t>
            </a:r>
            <a:r>
              <a:rPr sz="4400" b="0" spc="1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Servlet/JSP</a:t>
            </a:r>
            <a:endParaRPr sz="44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406" y="1534900"/>
            <a:ext cx="6542990" cy="5050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1139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Kiến</a:t>
            </a:r>
            <a:r>
              <a:rPr sz="4400" b="0" spc="-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trúc</a:t>
            </a:r>
            <a:r>
              <a:rPr sz="4400" b="0" spc="-1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cho</a:t>
            </a:r>
            <a:r>
              <a:rPr sz="4400" b="0" spc="1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ứng</a:t>
            </a:r>
            <a:r>
              <a:rPr sz="4400" b="0" spc="-1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dụng</a:t>
            </a:r>
            <a:r>
              <a:rPr sz="4400" b="0" spc="-10" dirty="0"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Servlet/JSP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85060" y="1267966"/>
            <a:ext cx="6606540" cy="5466715"/>
            <a:chOff x="2385060" y="1267966"/>
            <a:chExt cx="6606540" cy="5466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5060" y="1267966"/>
              <a:ext cx="6606540" cy="54665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50642" y="1690877"/>
              <a:ext cx="4889500" cy="2202180"/>
            </a:xfrm>
            <a:custGeom>
              <a:avLst/>
              <a:gdLst/>
              <a:ahLst/>
              <a:cxnLst/>
              <a:rect l="l" t="t" r="r" b="b"/>
              <a:pathLst>
                <a:path w="4889500" h="2202179">
                  <a:moveTo>
                    <a:pt x="3246120" y="374142"/>
                  </a:moveTo>
                  <a:lnTo>
                    <a:pt x="3255884" y="316280"/>
                  </a:lnTo>
                  <a:lnTo>
                    <a:pt x="3284203" y="261213"/>
                  </a:lnTo>
                  <a:lnTo>
                    <a:pt x="3329615" y="209605"/>
                  </a:lnTo>
                  <a:lnTo>
                    <a:pt x="3390659" y="162123"/>
                  </a:lnTo>
                  <a:lnTo>
                    <a:pt x="3426587" y="140136"/>
                  </a:lnTo>
                  <a:lnTo>
                    <a:pt x="3465874" y="119431"/>
                  </a:lnTo>
                  <a:lnTo>
                    <a:pt x="3508339" y="100090"/>
                  </a:lnTo>
                  <a:lnTo>
                    <a:pt x="3553799" y="82196"/>
                  </a:lnTo>
                  <a:lnTo>
                    <a:pt x="3602070" y="65832"/>
                  </a:lnTo>
                  <a:lnTo>
                    <a:pt x="3652971" y="51082"/>
                  </a:lnTo>
                  <a:lnTo>
                    <a:pt x="3706319" y="38028"/>
                  </a:lnTo>
                  <a:lnTo>
                    <a:pt x="3761930" y="26755"/>
                  </a:lnTo>
                  <a:lnTo>
                    <a:pt x="3819623" y="17345"/>
                  </a:lnTo>
                  <a:lnTo>
                    <a:pt x="3879215" y="9881"/>
                  </a:lnTo>
                  <a:lnTo>
                    <a:pt x="3940523" y="4447"/>
                  </a:lnTo>
                  <a:lnTo>
                    <a:pt x="4003364" y="1125"/>
                  </a:lnTo>
                  <a:lnTo>
                    <a:pt x="4067555" y="0"/>
                  </a:lnTo>
                  <a:lnTo>
                    <a:pt x="4131747" y="1125"/>
                  </a:lnTo>
                  <a:lnTo>
                    <a:pt x="4194588" y="4447"/>
                  </a:lnTo>
                  <a:lnTo>
                    <a:pt x="4255896" y="9881"/>
                  </a:lnTo>
                  <a:lnTo>
                    <a:pt x="4315488" y="17345"/>
                  </a:lnTo>
                  <a:lnTo>
                    <a:pt x="4373181" y="26755"/>
                  </a:lnTo>
                  <a:lnTo>
                    <a:pt x="4428792" y="38028"/>
                  </a:lnTo>
                  <a:lnTo>
                    <a:pt x="4482140" y="51082"/>
                  </a:lnTo>
                  <a:lnTo>
                    <a:pt x="4533041" y="65832"/>
                  </a:lnTo>
                  <a:lnTo>
                    <a:pt x="4581312" y="82196"/>
                  </a:lnTo>
                  <a:lnTo>
                    <a:pt x="4626772" y="100090"/>
                  </a:lnTo>
                  <a:lnTo>
                    <a:pt x="4669237" y="119431"/>
                  </a:lnTo>
                  <a:lnTo>
                    <a:pt x="4708524" y="140136"/>
                  </a:lnTo>
                  <a:lnTo>
                    <a:pt x="4744452" y="162123"/>
                  </a:lnTo>
                  <a:lnTo>
                    <a:pt x="4776836" y="185307"/>
                  </a:lnTo>
                  <a:lnTo>
                    <a:pt x="4830247" y="234935"/>
                  </a:lnTo>
                  <a:lnTo>
                    <a:pt x="4867296" y="288355"/>
                  </a:lnTo>
                  <a:lnTo>
                    <a:pt x="4886520" y="344903"/>
                  </a:lnTo>
                  <a:lnTo>
                    <a:pt x="4888991" y="374142"/>
                  </a:lnTo>
                  <a:lnTo>
                    <a:pt x="4886520" y="403380"/>
                  </a:lnTo>
                  <a:lnTo>
                    <a:pt x="4867296" y="459928"/>
                  </a:lnTo>
                  <a:lnTo>
                    <a:pt x="4830247" y="513348"/>
                  </a:lnTo>
                  <a:lnTo>
                    <a:pt x="4776836" y="562976"/>
                  </a:lnTo>
                  <a:lnTo>
                    <a:pt x="4744452" y="586160"/>
                  </a:lnTo>
                  <a:lnTo>
                    <a:pt x="4708524" y="608147"/>
                  </a:lnTo>
                  <a:lnTo>
                    <a:pt x="4669237" y="628852"/>
                  </a:lnTo>
                  <a:lnTo>
                    <a:pt x="4626772" y="648193"/>
                  </a:lnTo>
                  <a:lnTo>
                    <a:pt x="4581312" y="666087"/>
                  </a:lnTo>
                  <a:lnTo>
                    <a:pt x="4533041" y="682451"/>
                  </a:lnTo>
                  <a:lnTo>
                    <a:pt x="4482140" y="697201"/>
                  </a:lnTo>
                  <a:lnTo>
                    <a:pt x="4428792" y="710255"/>
                  </a:lnTo>
                  <a:lnTo>
                    <a:pt x="4373181" y="721528"/>
                  </a:lnTo>
                  <a:lnTo>
                    <a:pt x="4315488" y="730938"/>
                  </a:lnTo>
                  <a:lnTo>
                    <a:pt x="4255896" y="738402"/>
                  </a:lnTo>
                  <a:lnTo>
                    <a:pt x="4194588" y="743836"/>
                  </a:lnTo>
                  <a:lnTo>
                    <a:pt x="4131747" y="747158"/>
                  </a:lnTo>
                  <a:lnTo>
                    <a:pt x="4067555" y="748284"/>
                  </a:lnTo>
                  <a:lnTo>
                    <a:pt x="4003364" y="747158"/>
                  </a:lnTo>
                  <a:lnTo>
                    <a:pt x="3940523" y="743836"/>
                  </a:lnTo>
                  <a:lnTo>
                    <a:pt x="3879215" y="738402"/>
                  </a:lnTo>
                  <a:lnTo>
                    <a:pt x="3819623" y="730938"/>
                  </a:lnTo>
                  <a:lnTo>
                    <a:pt x="3761930" y="721528"/>
                  </a:lnTo>
                  <a:lnTo>
                    <a:pt x="3706319" y="710255"/>
                  </a:lnTo>
                  <a:lnTo>
                    <a:pt x="3652971" y="697201"/>
                  </a:lnTo>
                  <a:lnTo>
                    <a:pt x="3602070" y="682451"/>
                  </a:lnTo>
                  <a:lnTo>
                    <a:pt x="3553799" y="666087"/>
                  </a:lnTo>
                  <a:lnTo>
                    <a:pt x="3508339" y="648193"/>
                  </a:lnTo>
                  <a:lnTo>
                    <a:pt x="3465874" y="628852"/>
                  </a:lnTo>
                  <a:lnTo>
                    <a:pt x="3426587" y="608147"/>
                  </a:lnTo>
                  <a:lnTo>
                    <a:pt x="3390659" y="586160"/>
                  </a:lnTo>
                  <a:lnTo>
                    <a:pt x="3358275" y="562976"/>
                  </a:lnTo>
                  <a:lnTo>
                    <a:pt x="3304864" y="513348"/>
                  </a:lnTo>
                  <a:lnTo>
                    <a:pt x="3267815" y="459928"/>
                  </a:lnTo>
                  <a:lnTo>
                    <a:pt x="3248591" y="403380"/>
                  </a:lnTo>
                  <a:lnTo>
                    <a:pt x="3246120" y="374142"/>
                  </a:lnTo>
                  <a:close/>
                </a:path>
                <a:path w="4889500" h="2202179">
                  <a:moveTo>
                    <a:pt x="0" y="1828038"/>
                  </a:moveTo>
                  <a:lnTo>
                    <a:pt x="9764" y="1770176"/>
                  </a:lnTo>
                  <a:lnTo>
                    <a:pt x="38083" y="1715109"/>
                  </a:lnTo>
                  <a:lnTo>
                    <a:pt x="83495" y="1663501"/>
                  </a:lnTo>
                  <a:lnTo>
                    <a:pt x="144539" y="1616019"/>
                  </a:lnTo>
                  <a:lnTo>
                    <a:pt x="180467" y="1594032"/>
                  </a:lnTo>
                  <a:lnTo>
                    <a:pt x="219754" y="1573327"/>
                  </a:lnTo>
                  <a:lnTo>
                    <a:pt x="262219" y="1553986"/>
                  </a:lnTo>
                  <a:lnTo>
                    <a:pt x="307679" y="1536092"/>
                  </a:lnTo>
                  <a:lnTo>
                    <a:pt x="355950" y="1519728"/>
                  </a:lnTo>
                  <a:lnTo>
                    <a:pt x="406851" y="1504978"/>
                  </a:lnTo>
                  <a:lnTo>
                    <a:pt x="460199" y="1491924"/>
                  </a:lnTo>
                  <a:lnTo>
                    <a:pt x="515810" y="1480651"/>
                  </a:lnTo>
                  <a:lnTo>
                    <a:pt x="573503" y="1471241"/>
                  </a:lnTo>
                  <a:lnTo>
                    <a:pt x="633095" y="1463777"/>
                  </a:lnTo>
                  <a:lnTo>
                    <a:pt x="694403" y="1458343"/>
                  </a:lnTo>
                  <a:lnTo>
                    <a:pt x="757244" y="1455021"/>
                  </a:lnTo>
                  <a:lnTo>
                    <a:pt x="821435" y="1453896"/>
                  </a:lnTo>
                  <a:lnTo>
                    <a:pt x="885627" y="1455021"/>
                  </a:lnTo>
                  <a:lnTo>
                    <a:pt x="948468" y="1458343"/>
                  </a:lnTo>
                  <a:lnTo>
                    <a:pt x="1009776" y="1463777"/>
                  </a:lnTo>
                  <a:lnTo>
                    <a:pt x="1069368" y="1471241"/>
                  </a:lnTo>
                  <a:lnTo>
                    <a:pt x="1127061" y="1480651"/>
                  </a:lnTo>
                  <a:lnTo>
                    <a:pt x="1182672" y="1491924"/>
                  </a:lnTo>
                  <a:lnTo>
                    <a:pt x="1236020" y="1504978"/>
                  </a:lnTo>
                  <a:lnTo>
                    <a:pt x="1286921" y="1519728"/>
                  </a:lnTo>
                  <a:lnTo>
                    <a:pt x="1335192" y="1536092"/>
                  </a:lnTo>
                  <a:lnTo>
                    <a:pt x="1380652" y="1553986"/>
                  </a:lnTo>
                  <a:lnTo>
                    <a:pt x="1423117" y="1573327"/>
                  </a:lnTo>
                  <a:lnTo>
                    <a:pt x="1462404" y="1594032"/>
                  </a:lnTo>
                  <a:lnTo>
                    <a:pt x="1498332" y="1616019"/>
                  </a:lnTo>
                  <a:lnTo>
                    <a:pt x="1530716" y="1639203"/>
                  </a:lnTo>
                  <a:lnTo>
                    <a:pt x="1584127" y="1688831"/>
                  </a:lnTo>
                  <a:lnTo>
                    <a:pt x="1621176" y="1742251"/>
                  </a:lnTo>
                  <a:lnTo>
                    <a:pt x="1640400" y="1798799"/>
                  </a:lnTo>
                  <a:lnTo>
                    <a:pt x="1642871" y="1828038"/>
                  </a:lnTo>
                  <a:lnTo>
                    <a:pt x="1640400" y="1857276"/>
                  </a:lnTo>
                  <a:lnTo>
                    <a:pt x="1621176" y="1913824"/>
                  </a:lnTo>
                  <a:lnTo>
                    <a:pt x="1584127" y="1967244"/>
                  </a:lnTo>
                  <a:lnTo>
                    <a:pt x="1530716" y="2016872"/>
                  </a:lnTo>
                  <a:lnTo>
                    <a:pt x="1498332" y="2040056"/>
                  </a:lnTo>
                  <a:lnTo>
                    <a:pt x="1462404" y="2062043"/>
                  </a:lnTo>
                  <a:lnTo>
                    <a:pt x="1423117" y="2082748"/>
                  </a:lnTo>
                  <a:lnTo>
                    <a:pt x="1380652" y="2102089"/>
                  </a:lnTo>
                  <a:lnTo>
                    <a:pt x="1335192" y="2119983"/>
                  </a:lnTo>
                  <a:lnTo>
                    <a:pt x="1286921" y="2136347"/>
                  </a:lnTo>
                  <a:lnTo>
                    <a:pt x="1236020" y="2151097"/>
                  </a:lnTo>
                  <a:lnTo>
                    <a:pt x="1182672" y="2164151"/>
                  </a:lnTo>
                  <a:lnTo>
                    <a:pt x="1127061" y="2175424"/>
                  </a:lnTo>
                  <a:lnTo>
                    <a:pt x="1069368" y="2184834"/>
                  </a:lnTo>
                  <a:lnTo>
                    <a:pt x="1009776" y="2192298"/>
                  </a:lnTo>
                  <a:lnTo>
                    <a:pt x="948468" y="2197732"/>
                  </a:lnTo>
                  <a:lnTo>
                    <a:pt x="885627" y="2201054"/>
                  </a:lnTo>
                  <a:lnTo>
                    <a:pt x="821435" y="2202180"/>
                  </a:lnTo>
                  <a:lnTo>
                    <a:pt x="757244" y="2201054"/>
                  </a:lnTo>
                  <a:lnTo>
                    <a:pt x="694403" y="2197732"/>
                  </a:lnTo>
                  <a:lnTo>
                    <a:pt x="633095" y="2192298"/>
                  </a:lnTo>
                  <a:lnTo>
                    <a:pt x="573503" y="2184834"/>
                  </a:lnTo>
                  <a:lnTo>
                    <a:pt x="515810" y="2175424"/>
                  </a:lnTo>
                  <a:lnTo>
                    <a:pt x="460199" y="2164151"/>
                  </a:lnTo>
                  <a:lnTo>
                    <a:pt x="406851" y="2151097"/>
                  </a:lnTo>
                  <a:lnTo>
                    <a:pt x="355950" y="2136347"/>
                  </a:lnTo>
                  <a:lnTo>
                    <a:pt x="307679" y="2119983"/>
                  </a:lnTo>
                  <a:lnTo>
                    <a:pt x="262219" y="2102089"/>
                  </a:lnTo>
                  <a:lnTo>
                    <a:pt x="219754" y="2082748"/>
                  </a:lnTo>
                  <a:lnTo>
                    <a:pt x="180467" y="2062043"/>
                  </a:lnTo>
                  <a:lnTo>
                    <a:pt x="144539" y="2040056"/>
                  </a:lnTo>
                  <a:lnTo>
                    <a:pt x="112155" y="2016872"/>
                  </a:lnTo>
                  <a:lnTo>
                    <a:pt x="58744" y="1967244"/>
                  </a:lnTo>
                  <a:lnTo>
                    <a:pt x="21695" y="1913824"/>
                  </a:lnTo>
                  <a:lnTo>
                    <a:pt x="2471" y="1857276"/>
                  </a:lnTo>
                  <a:lnTo>
                    <a:pt x="0" y="182803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660" y="311276"/>
            <a:ext cx="2853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solidFill>
                  <a:srgbClr val="FF0000"/>
                </a:solidFill>
                <a:latin typeface="Calibri Light"/>
                <a:cs typeface="Calibri Light"/>
              </a:rPr>
              <a:t>Java</a:t>
            </a:r>
            <a:r>
              <a:rPr sz="4400" b="0" spc="-14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Servlets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2660" y="1155572"/>
            <a:ext cx="8809990" cy="13061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Chương</a:t>
            </a:r>
            <a:r>
              <a:rPr sz="3000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trình</a:t>
            </a:r>
            <a:r>
              <a:rPr sz="30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chạy</a:t>
            </a:r>
            <a:r>
              <a:rPr sz="30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trên</a:t>
            </a:r>
            <a:r>
              <a:rPr sz="3000" spc="-6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33E50"/>
                </a:solidFill>
                <a:latin typeface="Calibri"/>
                <a:cs typeface="Calibri"/>
              </a:rPr>
              <a:t>Web</a:t>
            </a:r>
            <a:r>
              <a:rPr sz="3000" spc="-10" dirty="0">
                <a:latin typeface="Calibri"/>
                <a:cs typeface="Calibri"/>
              </a:rPr>
              <a:t>/</a:t>
            </a:r>
            <a:r>
              <a:rPr sz="3000" spc="-10" dirty="0">
                <a:solidFill>
                  <a:srgbClr val="333E50"/>
                </a:solidFill>
                <a:latin typeface="Calibri"/>
                <a:cs typeface="Calibri"/>
              </a:rPr>
              <a:t>Application</a:t>
            </a:r>
            <a:r>
              <a:rPr sz="3000" spc="-3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và</a:t>
            </a:r>
            <a:r>
              <a:rPr sz="3000" spc="-7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33E50"/>
                </a:solidFill>
                <a:latin typeface="Calibri"/>
                <a:cs typeface="Calibri"/>
              </a:rPr>
              <a:t>hoạt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động</a:t>
            </a:r>
            <a:r>
              <a:rPr sz="3000" spc="-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như</a:t>
            </a:r>
            <a:r>
              <a:rPr sz="30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một</a:t>
            </a:r>
            <a:r>
              <a:rPr sz="3000" spc="-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tầng</a:t>
            </a:r>
            <a:r>
              <a:rPr sz="3000" spc="-3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trung</a:t>
            </a:r>
            <a:r>
              <a:rPr sz="30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gian</a:t>
            </a:r>
            <a:r>
              <a:rPr sz="3000" spc="-2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giữa</a:t>
            </a:r>
            <a:r>
              <a:rPr sz="30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một</a:t>
            </a:r>
            <a:r>
              <a:rPr sz="30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yêu</a:t>
            </a:r>
            <a:r>
              <a:rPr sz="3000" spc="-3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cầu</a:t>
            </a:r>
            <a:r>
              <a:rPr sz="3000" spc="-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33E50"/>
                </a:solidFill>
                <a:latin typeface="Calibri"/>
                <a:cs typeface="Calibri"/>
              </a:rPr>
              <a:t>đến</a:t>
            </a:r>
            <a:r>
              <a:rPr sz="3000" spc="-25" dirty="0">
                <a:solidFill>
                  <a:srgbClr val="333E50"/>
                </a:solidFill>
                <a:latin typeface="Calibri"/>
                <a:cs typeface="Calibri"/>
              </a:rPr>
              <a:t> từ </a:t>
            </a:r>
            <a:r>
              <a:rPr sz="3000" dirty="0">
                <a:latin typeface="Calibri"/>
                <a:cs typeface="Calibri"/>
              </a:rPr>
              <a:t>web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browser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78588" y="534370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7742" y="2972053"/>
            <a:ext cx="12109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1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Client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4766202"/>
            <a:ext cx="505296" cy="4955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6036" y="4734919"/>
            <a:ext cx="537456" cy="5374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047920" y="3489197"/>
            <a:ext cx="4037329" cy="1772285"/>
            <a:chOff x="2211323" y="3858767"/>
            <a:chExt cx="4037329" cy="1772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24224" y="5140582"/>
              <a:ext cx="490323" cy="4903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1323" y="3874007"/>
              <a:ext cx="1403603" cy="839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5359" y="3858767"/>
              <a:ext cx="1463039" cy="146304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9122075" y="3504183"/>
            <a:ext cx="1082675" cy="1399540"/>
            <a:chOff x="9285478" y="3873753"/>
            <a:chExt cx="1082675" cy="1399540"/>
          </a:xfrm>
        </p:grpSpPr>
        <p:sp>
          <p:nvSpPr>
            <p:cNvPr id="13" name="object 13"/>
            <p:cNvSpPr/>
            <p:nvPr/>
          </p:nvSpPr>
          <p:spPr>
            <a:xfrm>
              <a:off x="9291828" y="4013834"/>
              <a:ext cx="1069975" cy="1253490"/>
            </a:xfrm>
            <a:custGeom>
              <a:avLst/>
              <a:gdLst/>
              <a:ahLst/>
              <a:cxnLst/>
              <a:rect l="l" t="t" r="r" b="b"/>
              <a:pathLst>
                <a:path w="1069975" h="1253489">
                  <a:moveTo>
                    <a:pt x="1069848" y="0"/>
                  </a:moveTo>
                  <a:lnTo>
                    <a:pt x="1050738" y="35570"/>
                  </a:lnTo>
                  <a:lnTo>
                    <a:pt x="996808" y="67521"/>
                  </a:lnTo>
                  <a:lnTo>
                    <a:pt x="958381" y="81743"/>
                  </a:lnTo>
                  <a:lnTo>
                    <a:pt x="913161" y="94583"/>
                  </a:lnTo>
                  <a:lnTo>
                    <a:pt x="861788" y="105883"/>
                  </a:lnTo>
                  <a:lnTo>
                    <a:pt x="804897" y="115485"/>
                  </a:lnTo>
                  <a:lnTo>
                    <a:pt x="743128" y="123229"/>
                  </a:lnTo>
                  <a:lnTo>
                    <a:pt x="677118" y="128957"/>
                  </a:lnTo>
                  <a:lnTo>
                    <a:pt x="607504" y="132511"/>
                  </a:lnTo>
                  <a:lnTo>
                    <a:pt x="534924" y="133731"/>
                  </a:lnTo>
                  <a:lnTo>
                    <a:pt x="462343" y="132511"/>
                  </a:lnTo>
                  <a:lnTo>
                    <a:pt x="392729" y="128957"/>
                  </a:lnTo>
                  <a:lnTo>
                    <a:pt x="326719" y="123229"/>
                  </a:lnTo>
                  <a:lnTo>
                    <a:pt x="264950" y="115485"/>
                  </a:lnTo>
                  <a:lnTo>
                    <a:pt x="208059" y="105883"/>
                  </a:lnTo>
                  <a:lnTo>
                    <a:pt x="156686" y="94583"/>
                  </a:lnTo>
                  <a:lnTo>
                    <a:pt x="111466" y="81743"/>
                  </a:lnTo>
                  <a:lnTo>
                    <a:pt x="73039" y="67521"/>
                  </a:lnTo>
                  <a:lnTo>
                    <a:pt x="19109" y="35570"/>
                  </a:lnTo>
                  <a:lnTo>
                    <a:pt x="0" y="0"/>
                  </a:lnTo>
                  <a:lnTo>
                    <a:pt x="0" y="1119377"/>
                  </a:lnTo>
                  <a:lnTo>
                    <a:pt x="19109" y="1154948"/>
                  </a:lnTo>
                  <a:lnTo>
                    <a:pt x="73039" y="1186899"/>
                  </a:lnTo>
                  <a:lnTo>
                    <a:pt x="111466" y="1201121"/>
                  </a:lnTo>
                  <a:lnTo>
                    <a:pt x="156686" y="1213961"/>
                  </a:lnTo>
                  <a:lnTo>
                    <a:pt x="208059" y="1225261"/>
                  </a:lnTo>
                  <a:lnTo>
                    <a:pt x="264950" y="1234863"/>
                  </a:lnTo>
                  <a:lnTo>
                    <a:pt x="326719" y="1242607"/>
                  </a:lnTo>
                  <a:lnTo>
                    <a:pt x="392729" y="1248335"/>
                  </a:lnTo>
                  <a:lnTo>
                    <a:pt x="462343" y="1251889"/>
                  </a:lnTo>
                  <a:lnTo>
                    <a:pt x="534924" y="1253108"/>
                  </a:lnTo>
                  <a:lnTo>
                    <a:pt x="607504" y="1251889"/>
                  </a:lnTo>
                  <a:lnTo>
                    <a:pt x="677118" y="1248335"/>
                  </a:lnTo>
                  <a:lnTo>
                    <a:pt x="743128" y="1242607"/>
                  </a:lnTo>
                  <a:lnTo>
                    <a:pt x="804897" y="1234863"/>
                  </a:lnTo>
                  <a:lnTo>
                    <a:pt x="861788" y="1225261"/>
                  </a:lnTo>
                  <a:lnTo>
                    <a:pt x="913161" y="1213961"/>
                  </a:lnTo>
                  <a:lnTo>
                    <a:pt x="958381" y="1201121"/>
                  </a:lnTo>
                  <a:lnTo>
                    <a:pt x="996808" y="1186899"/>
                  </a:lnTo>
                  <a:lnTo>
                    <a:pt x="1050738" y="1154948"/>
                  </a:lnTo>
                  <a:lnTo>
                    <a:pt x="1069848" y="1119377"/>
                  </a:lnTo>
                  <a:lnTo>
                    <a:pt x="1069848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91828" y="3880103"/>
              <a:ext cx="1069975" cy="267970"/>
            </a:xfrm>
            <a:custGeom>
              <a:avLst/>
              <a:gdLst/>
              <a:ahLst/>
              <a:cxnLst/>
              <a:rect l="l" t="t" r="r" b="b"/>
              <a:pathLst>
                <a:path w="1069975" h="267970">
                  <a:moveTo>
                    <a:pt x="534924" y="0"/>
                  </a:moveTo>
                  <a:lnTo>
                    <a:pt x="462343" y="1219"/>
                  </a:lnTo>
                  <a:lnTo>
                    <a:pt x="392729" y="4773"/>
                  </a:lnTo>
                  <a:lnTo>
                    <a:pt x="326719" y="10501"/>
                  </a:lnTo>
                  <a:lnTo>
                    <a:pt x="264950" y="18245"/>
                  </a:lnTo>
                  <a:lnTo>
                    <a:pt x="208059" y="27847"/>
                  </a:lnTo>
                  <a:lnTo>
                    <a:pt x="156686" y="39147"/>
                  </a:lnTo>
                  <a:lnTo>
                    <a:pt x="111466" y="51987"/>
                  </a:lnTo>
                  <a:lnTo>
                    <a:pt x="73039" y="66209"/>
                  </a:lnTo>
                  <a:lnTo>
                    <a:pt x="19109" y="98160"/>
                  </a:lnTo>
                  <a:lnTo>
                    <a:pt x="0" y="133731"/>
                  </a:lnTo>
                  <a:lnTo>
                    <a:pt x="4883" y="151889"/>
                  </a:lnTo>
                  <a:lnTo>
                    <a:pt x="42040" y="185808"/>
                  </a:lnTo>
                  <a:lnTo>
                    <a:pt x="111466" y="215474"/>
                  </a:lnTo>
                  <a:lnTo>
                    <a:pt x="156686" y="228314"/>
                  </a:lnTo>
                  <a:lnTo>
                    <a:pt x="208059" y="239614"/>
                  </a:lnTo>
                  <a:lnTo>
                    <a:pt x="264950" y="249216"/>
                  </a:lnTo>
                  <a:lnTo>
                    <a:pt x="326719" y="256960"/>
                  </a:lnTo>
                  <a:lnTo>
                    <a:pt x="392729" y="262688"/>
                  </a:lnTo>
                  <a:lnTo>
                    <a:pt x="462343" y="266242"/>
                  </a:lnTo>
                  <a:lnTo>
                    <a:pt x="534924" y="267462"/>
                  </a:lnTo>
                  <a:lnTo>
                    <a:pt x="607504" y="266242"/>
                  </a:lnTo>
                  <a:lnTo>
                    <a:pt x="677118" y="262688"/>
                  </a:lnTo>
                  <a:lnTo>
                    <a:pt x="743128" y="256960"/>
                  </a:lnTo>
                  <a:lnTo>
                    <a:pt x="804897" y="249216"/>
                  </a:lnTo>
                  <a:lnTo>
                    <a:pt x="861788" y="239614"/>
                  </a:lnTo>
                  <a:lnTo>
                    <a:pt x="913161" y="228314"/>
                  </a:lnTo>
                  <a:lnTo>
                    <a:pt x="958381" y="215474"/>
                  </a:lnTo>
                  <a:lnTo>
                    <a:pt x="996808" y="201252"/>
                  </a:lnTo>
                  <a:lnTo>
                    <a:pt x="1050738" y="169301"/>
                  </a:lnTo>
                  <a:lnTo>
                    <a:pt x="1069848" y="133731"/>
                  </a:lnTo>
                  <a:lnTo>
                    <a:pt x="1064964" y="115572"/>
                  </a:lnTo>
                  <a:lnTo>
                    <a:pt x="1027807" y="81653"/>
                  </a:lnTo>
                  <a:lnTo>
                    <a:pt x="958381" y="51987"/>
                  </a:lnTo>
                  <a:lnTo>
                    <a:pt x="913161" y="39147"/>
                  </a:lnTo>
                  <a:lnTo>
                    <a:pt x="861788" y="27847"/>
                  </a:lnTo>
                  <a:lnTo>
                    <a:pt x="804897" y="18245"/>
                  </a:lnTo>
                  <a:lnTo>
                    <a:pt x="743128" y="10501"/>
                  </a:lnTo>
                  <a:lnTo>
                    <a:pt x="677118" y="4773"/>
                  </a:lnTo>
                  <a:lnTo>
                    <a:pt x="607504" y="1219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858B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91828" y="3880103"/>
              <a:ext cx="1069975" cy="1386840"/>
            </a:xfrm>
            <a:custGeom>
              <a:avLst/>
              <a:gdLst/>
              <a:ahLst/>
              <a:cxnLst/>
              <a:rect l="l" t="t" r="r" b="b"/>
              <a:pathLst>
                <a:path w="1069975" h="1386839">
                  <a:moveTo>
                    <a:pt x="1069848" y="133731"/>
                  </a:moveTo>
                  <a:lnTo>
                    <a:pt x="1050738" y="169301"/>
                  </a:lnTo>
                  <a:lnTo>
                    <a:pt x="996808" y="201252"/>
                  </a:lnTo>
                  <a:lnTo>
                    <a:pt x="958381" y="215474"/>
                  </a:lnTo>
                  <a:lnTo>
                    <a:pt x="913161" y="228314"/>
                  </a:lnTo>
                  <a:lnTo>
                    <a:pt x="861788" y="239614"/>
                  </a:lnTo>
                  <a:lnTo>
                    <a:pt x="804897" y="249216"/>
                  </a:lnTo>
                  <a:lnTo>
                    <a:pt x="743128" y="256960"/>
                  </a:lnTo>
                  <a:lnTo>
                    <a:pt x="677118" y="262688"/>
                  </a:lnTo>
                  <a:lnTo>
                    <a:pt x="607504" y="266242"/>
                  </a:lnTo>
                  <a:lnTo>
                    <a:pt x="534924" y="267462"/>
                  </a:lnTo>
                  <a:lnTo>
                    <a:pt x="462343" y="266242"/>
                  </a:lnTo>
                  <a:lnTo>
                    <a:pt x="392729" y="262688"/>
                  </a:lnTo>
                  <a:lnTo>
                    <a:pt x="326719" y="256960"/>
                  </a:lnTo>
                  <a:lnTo>
                    <a:pt x="264950" y="249216"/>
                  </a:lnTo>
                  <a:lnTo>
                    <a:pt x="208059" y="239614"/>
                  </a:lnTo>
                  <a:lnTo>
                    <a:pt x="156686" y="228314"/>
                  </a:lnTo>
                  <a:lnTo>
                    <a:pt x="111466" y="215474"/>
                  </a:lnTo>
                  <a:lnTo>
                    <a:pt x="73039" y="201252"/>
                  </a:lnTo>
                  <a:lnTo>
                    <a:pt x="19109" y="169301"/>
                  </a:lnTo>
                  <a:lnTo>
                    <a:pt x="0" y="133731"/>
                  </a:lnTo>
                  <a:lnTo>
                    <a:pt x="4883" y="115572"/>
                  </a:lnTo>
                  <a:lnTo>
                    <a:pt x="42040" y="81653"/>
                  </a:lnTo>
                  <a:lnTo>
                    <a:pt x="111466" y="51987"/>
                  </a:lnTo>
                  <a:lnTo>
                    <a:pt x="156686" y="39147"/>
                  </a:lnTo>
                  <a:lnTo>
                    <a:pt x="208059" y="27847"/>
                  </a:lnTo>
                  <a:lnTo>
                    <a:pt x="264950" y="18245"/>
                  </a:lnTo>
                  <a:lnTo>
                    <a:pt x="326719" y="10501"/>
                  </a:lnTo>
                  <a:lnTo>
                    <a:pt x="392729" y="4773"/>
                  </a:lnTo>
                  <a:lnTo>
                    <a:pt x="462343" y="1219"/>
                  </a:lnTo>
                  <a:lnTo>
                    <a:pt x="534924" y="0"/>
                  </a:lnTo>
                  <a:lnTo>
                    <a:pt x="607504" y="1219"/>
                  </a:lnTo>
                  <a:lnTo>
                    <a:pt x="677118" y="4773"/>
                  </a:lnTo>
                  <a:lnTo>
                    <a:pt x="743128" y="10501"/>
                  </a:lnTo>
                  <a:lnTo>
                    <a:pt x="804897" y="18245"/>
                  </a:lnTo>
                  <a:lnTo>
                    <a:pt x="861788" y="27847"/>
                  </a:lnTo>
                  <a:lnTo>
                    <a:pt x="913161" y="39147"/>
                  </a:lnTo>
                  <a:lnTo>
                    <a:pt x="958381" y="51987"/>
                  </a:lnTo>
                  <a:lnTo>
                    <a:pt x="996808" y="66209"/>
                  </a:lnTo>
                  <a:lnTo>
                    <a:pt x="1050738" y="98160"/>
                  </a:lnTo>
                  <a:lnTo>
                    <a:pt x="1069848" y="133731"/>
                  </a:lnTo>
                  <a:lnTo>
                    <a:pt x="1069848" y="1253109"/>
                  </a:lnTo>
                  <a:lnTo>
                    <a:pt x="1050738" y="1288679"/>
                  </a:lnTo>
                  <a:lnTo>
                    <a:pt x="996808" y="1320630"/>
                  </a:lnTo>
                  <a:lnTo>
                    <a:pt x="958381" y="1334852"/>
                  </a:lnTo>
                  <a:lnTo>
                    <a:pt x="913161" y="1347692"/>
                  </a:lnTo>
                  <a:lnTo>
                    <a:pt x="861788" y="1358992"/>
                  </a:lnTo>
                  <a:lnTo>
                    <a:pt x="804897" y="1368594"/>
                  </a:lnTo>
                  <a:lnTo>
                    <a:pt x="743128" y="1376338"/>
                  </a:lnTo>
                  <a:lnTo>
                    <a:pt x="677118" y="1382066"/>
                  </a:lnTo>
                  <a:lnTo>
                    <a:pt x="607504" y="1385620"/>
                  </a:lnTo>
                  <a:lnTo>
                    <a:pt x="534924" y="1386840"/>
                  </a:lnTo>
                  <a:lnTo>
                    <a:pt x="462343" y="1385620"/>
                  </a:lnTo>
                  <a:lnTo>
                    <a:pt x="392729" y="1382066"/>
                  </a:lnTo>
                  <a:lnTo>
                    <a:pt x="326719" y="1376338"/>
                  </a:lnTo>
                  <a:lnTo>
                    <a:pt x="264950" y="1368594"/>
                  </a:lnTo>
                  <a:lnTo>
                    <a:pt x="208059" y="1358992"/>
                  </a:lnTo>
                  <a:lnTo>
                    <a:pt x="156686" y="1347692"/>
                  </a:lnTo>
                  <a:lnTo>
                    <a:pt x="111466" y="1334852"/>
                  </a:lnTo>
                  <a:lnTo>
                    <a:pt x="73039" y="1320630"/>
                  </a:lnTo>
                  <a:lnTo>
                    <a:pt x="19109" y="1288679"/>
                  </a:lnTo>
                  <a:lnTo>
                    <a:pt x="0" y="1253109"/>
                  </a:lnTo>
                  <a:lnTo>
                    <a:pt x="0" y="133731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08942" y="4144263"/>
            <a:ext cx="6769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32754" y="3757712"/>
            <a:ext cx="682026" cy="9216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007909" y="2789174"/>
            <a:ext cx="79895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solidFill>
                  <a:srgbClr val="FF0000"/>
                </a:solidFill>
                <a:latin typeface="Calibri"/>
                <a:cs typeface="Calibri"/>
              </a:rPr>
              <a:t>Web 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68382" y="3376549"/>
            <a:ext cx="7772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Servlet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90666" y="3787266"/>
            <a:ext cx="3347720" cy="721995"/>
          </a:xfrm>
          <a:custGeom>
            <a:avLst/>
            <a:gdLst/>
            <a:ahLst/>
            <a:cxnLst/>
            <a:rect l="l" t="t" r="r" b="b"/>
            <a:pathLst>
              <a:path w="3347720" h="721995">
                <a:moveTo>
                  <a:pt x="930833" y="127127"/>
                </a:moveTo>
                <a:lnTo>
                  <a:pt x="834517" y="127127"/>
                </a:lnTo>
                <a:lnTo>
                  <a:pt x="802716" y="127127"/>
                </a:lnTo>
                <a:lnTo>
                  <a:pt x="802386" y="190500"/>
                </a:lnTo>
                <a:lnTo>
                  <a:pt x="930833" y="127127"/>
                </a:lnTo>
                <a:close/>
              </a:path>
              <a:path w="3347720" h="721995">
                <a:moveTo>
                  <a:pt x="993394" y="96266"/>
                </a:moveTo>
                <a:lnTo>
                  <a:pt x="803402" y="0"/>
                </a:lnTo>
                <a:lnTo>
                  <a:pt x="803059" y="63449"/>
                </a:lnTo>
                <a:lnTo>
                  <a:pt x="254" y="58801"/>
                </a:lnTo>
                <a:lnTo>
                  <a:pt x="0" y="122301"/>
                </a:lnTo>
                <a:lnTo>
                  <a:pt x="802716" y="126949"/>
                </a:lnTo>
                <a:lnTo>
                  <a:pt x="834517" y="127127"/>
                </a:lnTo>
                <a:lnTo>
                  <a:pt x="931202" y="126949"/>
                </a:lnTo>
                <a:lnTo>
                  <a:pt x="993394" y="96266"/>
                </a:lnTo>
                <a:close/>
              </a:path>
              <a:path w="3347720" h="721995">
                <a:moveTo>
                  <a:pt x="3347466" y="657225"/>
                </a:moveTo>
                <a:lnTo>
                  <a:pt x="3347339" y="593725"/>
                </a:lnTo>
                <a:lnTo>
                  <a:pt x="2557348" y="594588"/>
                </a:lnTo>
                <a:lnTo>
                  <a:pt x="2557272" y="530987"/>
                </a:lnTo>
                <a:lnTo>
                  <a:pt x="2366899" y="626491"/>
                </a:lnTo>
                <a:lnTo>
                  <a:pt x="2557526" y="721487"/>
                </a:lnTo>
                <a:lnTo>
                  <a:pt x="2557437" y="658114"/>
                </a:lnTo>
                <a:lnTo>
                  <a:pt x="3347466" y="6572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12256" y="3203956"/>
            <a:ext cx="9023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endParaRPr sz="2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Request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57691" y="3968446"/>
            <a:ext cx="1185037" cy="336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Response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057437" y="3794887"/>
            <a:ext cx="993775" cy="190500"/>
          </a:xfrm>
          <a:custGeom>
            <a:avLst/>
            <a:gdLst/>
            <a:ahLst/>
            <a:cxnLst/>
            <a:rect l="l" t="t" r="r" b="b"/>
            <a:pathLst>
              <a:path w="993775" h="190500">
                <a:moveTo>
                  <a:pt x="803402" y="0"/>
                </a:moveTo>
                <a:lnTo>
                  <a:pt x="803063" y="63442"/>
                </a:lnTo>
                <a:lnTo>
                  <a:pt x="834898" y="63627"/>
                </a:lnTo>
                <a:lnTo>
                  <a:pt x="834516" y="127127"/>
                </a:lnTo>
                <a:lnTo>
                  <a:pt x="802723" y="127127"/>
                </a:lnTo>
                <a:lnTo>
                  <a:pt x="802386" y="190500"/>
                </a:lnTo>
                <a:lnTo>
                  <a:pt x="930840" y="127127"/>
                </a:lnTo>
                <a:lnTo>
                  <a:pt x="834516" y="127127"/>
                </a:lnTo>
                <a:lnTo>
                  <a:pt x="931212" y="126943"/>
                </a:lnTo>
                <a:lnTo>
                  <a:pt x="993393" y="96266"/>
                </a:lnTo>
                <a:lnTo>
                  <a:pt x="803402" y="0"/>
                </a:lnTo>
                <a:close/>
              </a:path>
              <a:path w="993775" h="190500">
                <a:moveTo>
                  <a:pt x="803063" y="63442"/>
                </a:moveTo>
                <a:lnTo>
                  <a:pt x="802724" y="126943"/>
                </a:lnTo>
                <a:lnTo>
                  <a:pt x="834516" y="127127"/>
                </a:lnTo>
                <a:lnTo>
                  <a:pt x="834898" y="63627"/>
                </a:lnTo>
                <a:lnTo>
                  <a:pt x="803063" y="63442"/>
                </a:lnTo>
                <a:close/>
              </a:path>
              <a:path w="993775" h="190500">
                <a:moveTo>
                  <a:pt x="254" y="58801"/>
                </a:moveTo>
                <a:lnTo>
                  <a:pt x="0" y="122301"/>
                </a:lnTo>
                <a:lnTo>
                  <a:pt x="802724" y="126943"/>
                </a:lnTo>
                <a:lnTo>
                  <a:pt x="803063" y="63442"/>
                </a:lnTo>
                <a:lnTo>
                  <a:pt x="254" y="5880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058326" y="3376549"/>
            <a:ext cx="9800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Request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90793" y="4328921"/>
            <a:ext cx="981075" cy="190500"/>
          </a:xfrm>
          <a:custGeom>
            <a:avLst/>
            <a:gdLst/>
            <a:ahLst/>
            <a:cxnLst/>
            <a:rect l="l" t="t" r="r" b="b"/>
            <a:pathLst>
              <a:path w="981075" h="190500">
                <a:moveTo>
                  <a:pt x="190373" y="0"/>
                </a:moveTo>
                <a:lnTo>
                  <a:pt x="0" y="95503"/>
                </a:lnTo>
                <a:lnTo>
                  <a:pt x="190626" y="190499"/>
                </a:lnTo>
                <a:lnTo>
                  <a:pt x="190542" y="127126"/>
                </a:lnTo>
                <a:lnTo>
                  <a:pt x="158750" y="127126"/>
                </a:lnTo>
                <a:lnTo>
                  <a:pt x="158750" y="63626"/>
                </a:lnTo>
                <a:lnTo>
                  <a:pt x="190457" y="63592"/>
                </a:lnTo>
                <a:lnTo>
                  <a:pt x="190373" y="0"/>
                </a:lnTo>
                <a:close/>
              </a:path>
              <a:path w="981075" h="190500">
                <a:moveTo>
                  <a:pt x="190457" y="63592"/>
                </a:moveTo>
                <a:lnTo>
                  <a:pt x="158750" y="63626"/>
                </a:lnTo>
                <a:lnTo>
                  <a:pt x="158750" y="127126"/>
                </a:lnTo>
                <a:lnTo>
                  <a:pt x="190542" y="127092"/>
                </a:lnTo>
                <a:lnTo>
                  <a:pt x="190457" y="63592"/>
                </a:lnTo>
                <a:close/>
              </a:path>
              <a:path w="981075" h="190500">
                <a:moveTo>
                  <a:pt x="190542" y="127092"/>
                </a:moveTo>
                <a:lnTo>
                  <a:pt x="158750" y="127126"/>
                </a:lnTo>
                <a:lnTo>
                  <a:pt x="190542" y="127126"/>
                </a:lnTo>
                <a:close/>
              </a:path>
              <a:path w="981075" h="190500">
                <a:moveTo>
                  <a:pt x="980439" y="62737"/>
                </a:moveTo>
                <a:lnTo>
                  <a:pt x="190457" y="63592"/>
                </a:lnTo>
                <a:lnTo>
                  <a:pt x="190542" y="127092"/>
                </a:lnTo>
                <a:lnTo>
                  <a:pt x="980566" y="126237"/>
                </a:lnTo>
                <a:lnTo>
                  <a:pt x="980439" y="6273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97650" y="4574108"/>
            <a:ext cx="10598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endParaRPr sz="2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Response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57637" y="4158995"/>
            <a:ext cx="766445" cy="190500"/>
          </a:xfrm>
          <a:custGeom>
            <a:avLst/>
            <a:gdLst/>
            <a:ahLst/>
            <a:cxnLst/>
            <a:rect l="l" t="t" r="r" b="b"/>
            <a:pathLst>
              <a:path w="766445" h="190500">
                <a:moveTo>
                  <a:pt x="190500" y="0"/>
                </a:moveTo>
                <a:lnTo>
                  <a:pt x="0" y="95249"/>
                </a:lnTo>
                <a:lnTo>
                  <a:pt x="190500" y="190499"/>
                </a:lnTo>
                <a:lnTo>
                  <a:pt x="190500" y="126999"/>
                </a:lnTo>
                <a:lnTo>
                  <a:pt x="158750" y="126999"/>
                </a:lnTo>
                <a:lnTo>
                  <a:pt x="158750" y="63499"/>
                </a:lnTo>
                <a:lnTo>
                  <a:pt x="190500" y="63499"/>
                </a:lnTo>
                <a:lnTo>
                  <a:pt x="190500" y="0"/>
                </a:lnTo>
                <a:close/>
              </a:path>
              <a:path w="766445" h="190500">
                <a:moveTo>
                  <a:pt x="575944" y="0"/>
                </a:moveTo>
                <a:lnTo>
                  <a:pt x="575944" y="190499"/>
                </a:lnTo>
                <a:lnTo>
                  <a:pt x="702944" y="126999"/>
                </a:lnTo>
                <a:lnTo>
                  <a:pt x="607694" y="126999"/>
                </a:lnTo>
                <a:lnTo>
                  <a:pt x="607694" y="63499"/>
                </a:lnTo>
                <a:lnTo>
                  <a:pt x="702944" y="63499"/>
                </a:lnTo>
                <a:lnTo>
                  <a:pt x="575944" y="0"/>
                </a:lnTo>
                <a:close/>
              </a:path>
              <a:path w="766445" h="190500">
                <a:moveTo>
                  <a:pt x="190500" y="63499"/>
                </a:moveTo>
                <a:lnTo>
                  <a:pt x="158750" y="63499"/>
                </a:lnTo>
                <a:lnTo>
                  <a:pt x="158750" y="126999"/>
                </a:lnTo>
                <a:lnTo>
                  <a:pt x="190500" y="126999"/>
                </a:lnTo>
                <a:lnTo>
                  <a:pt x="190500" y="63499"/>
                </a:lnTo>
                <a:close/>
              </a:path>
              <a:path w="766445" h="190500">
                <a:moveTo>
                  <a:pt x="575944" y="63499"/>
                </a:moveTo>
                <a:lnTo>
                  <a:pt x="190500" y="63499"/>
                </a:lnTo>
                <a:lnTo>
                  <a:pt x="190500" y="126999"/>
                </a:lnTo>
                <a:lnTo>
                  <a:pt x="575944" y="126999"/>
                </a:lnTo>
                <a:lnTo>
                  <a:pt x="575944" y="63499"/>
                </a:lnTo>
                <a:close/>
              </a:path>
              <a:path w="766445" h="190500">
                <a:moveTo>
                  <a:pt x="702944" y="63499"/>
                </a:moveTo>
                <a:lnTo>
                  <a:pt x="607694" y="63499"/>
                </a:lnTo>
                <a:lnTo>
                  <a:pt x="607694" y="126999"/>
                </a:lnTo>
                <a:lnTo>
                  <a:pt x="702944" y="126999"/>
                </a:lnTo>
                <a:lnTo>
                  <a:pt x="766444" y="95249"/>
                </a:lnTo>
                <a:lnTo>
                  <a:pt x="702944" y="6349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20197" y="3828796"/>
            <a:ext cx="5302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Calibri"/>
                <a:cs typeface="Calibri"/>
              </a:rPr>
              <a:t>Data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48682" y="2743200"/>
            <a:ext cx="4010025" cy="2546985"/>
          </a:xfrm>
          <a:custGeom>
            <a:avLst/>
            <a:gdLst/>
            <a:ahLst/>
            <a:cxnLst/>
            <a:rect l="l" t="t" r="r" b="b"/>
            <a:pathLst>
              <a:path w="4010025" h="2546985">
                <a:moveTo>
                  <a:pt x="0" y="357377"/>
                </a:moveTo>
                <a:lnTo>
                  <a:pt x="10360" y="296438"/>
                </a:lnTo>
                <a:lnTo>
                  <a:pt x="40298" y="238840"/>
                </a:lnTo>
                <a:lnTo>
                  <a:pt x="88095" y="185441"/>
                </a:lnTo>
                <a:lnTo>
                  <a:pt x="118154" y="160584"/>
                </a:lnTo>
                <a:lnTo>
                  <a:pt x="152034" y="137099"/>
                </a:lnTo>
                <a:lnTo>
                  <a:pt x="189521" y="115094"/>
                </a:lnTo>
                <a:lnTo>
                  <a:pt x="230399" y="94675"/>
                </a:lnTo>
                <a:lnTo>
                  <a:pt x="274455" y="75949"/>
                </a:lnTo>
                <a:lnTo>
                  <a:pt x="321473" y="59025"/>
                </a:lnTo>
                <a:lnTo>
                  <a:pt x="371238" y="44009"/>
                </a:lnTo>
                <a:lnTo>
                  <a:pt x="423537" y="31009"/>
                </a:lnTo>
                <a:lnTo>
                  <a:pt x="478155" y="20132"/>
                </a:lnTo>
                <a:lnTo>
                  <a:pt x="534876" y="11485"/>
                </a:lnTo>
                <a:lnTo>
                  <a:pt x="593487" y="5176"/>
                </a:lnTo>
                <a:lnTo>
                  <a:pt x="653772" y="1311"/>
                </a:lnTo>
                <a:lnTo>
                  <a:pt x="715518" y="0"/>
                </a:lnTo>
                <a:lnTo>
                  <a:pt x="777263" y="1311"/>
                </a:lnTo>
                <a:lnTo>
                  <a:pt x="837548" y="5176"/>
                </a:lnTo>
                <a:lnTo>
                  <a:pt x="896159" y="11485"/>
                </a:lnTo>
                <a:lnTo>
                  <a:pt x="952880" y="20132"/>
                </a:lnTo>
                <a:lnTo>
                  <a:pt x="1007498" y="31009"/>
                </a:lnTo>
                <a:lnTo>
                  <a:pt x="1059797" y="44009"/>
                </a:lnTo>
                <a:lnTo>
                  <a:pt x="1109562" y="59025"/>
                </a:lnTo>
                <a:lnTo>
                  <a:pt x="1156580" y="75949"/>
                </a:lnTo>
                <a:lnTo>
                  <a:pt x="1200636" y="94675"/>
                </a:lnTo>
                <a:lnTo>
                  <a:pt x="1241514" y="115094"/>
                </a:lnTo>
                <a:lnTo>
                  <a:pt x="1279001" y="137099"/>
                </a:lnTo>
                <a:lnTo>
                  <a:pt x="1312881" y="160584"/>
                </a:lnTo>
                <a:lnTo>
                  <a:pt x="1342940" y="185441"/>
                </a:lnTo>
                <a:lnTo>
                  <a:pt x="1390737" y="238840"/>
                </a:lnTo>
                <a:lnTo>
                  <a:pt x="1420675" y="296438"/>
                </a:lnTo>
                <a:lnTo>
                  <a:pt x="1431036" y="357377"/>
                </a:lnTo>
                <a:lnTo>
                  <a:pt x="1428410" y="388211"/>
                </a:lnTo>
                <a:lnTo>
                  <a:pt x="1408046" y="447587"/>
                </a:lnTo>
                <a:lnTo>
                  <a:pt x="1368964" y="503193"/>
                </a:lnTo>
                <a:lnTo>
                  <a:pt x="1312881" y="554171"/>
                </a:lnTo>
                <a:lnTo>
                  <a:pt x="1279001" y="577656"/>
                </a:lnTo>
                <a:lnTo>
                  <a:pt x="1241514" y="599661"/>
                </a:lnTo>
                <a:lnTo>
                  <a:pt x="1200636" y="620080"/>
                </a:lnTo>
                <a:lnTo>
                  <a:pt x="1156580" y="638806"/>
                </a:lnTo>
                <a:lnTo>
                  <a:pt x="1109562" y="655730"/>
                </a:lnTo>
                <a:lnTo>
                  <a:pt x="1059797" y="670746"/>
                </a:lnTo>
                <a:lnTo>
                  <a:pt x="1007498" y="683746"/>
                </a:lnTo>
                <a:lnTo>
                  <a:pt x="952880" y="694623"/>
                </a:lnTo>
                <a:lnTo>
                  <a:pt x="896159" y="703270"/>
                </a:lnTo>
                <a:lnTo>
                  <a:pt x="837548" y="709579"/>
                </a:lnTo>
                <a:lnTo>
                  <a:pt x="777263" y="713444"/>
                </a:lnTo>
                <a:lnTo>
                  <a:pt x="715518" y="714755"/>
                </a:lnTo>
                <a:lnTo>
                  <a:pt x="653772" y="713444"/>
                </a:lnTo>
                <a:lnTo>
                  <a:pt x="593487" y="709579"/>
                </a:lnTo>
                <a:lnTo>
                  <a:pt x="534876" y="703270"/>
                </a:lnTo>
                <a:lnTo>
                  <a:pt x="478155" y="694623"/>
                </a:lnTo>
                <a:lnTo>
                  <a:pt x="423537" y="683746"/>
                </a:lnTo>
                <a:lnTo>
                  <a:pt x="371238" y="670746"/>
                </a:lnTo>
                <a:lnTo>
                  <a:pt x="321473" y="655730"/>
                </a:lnTo>
                <a:lnTo>
                  <a:pt x="274455" y="638806"/>
                </a:lnTo>
                <a:lnTo>
                  <a:pt x="230399" y="620080"/>
                </a:lnTo>
                <a:lnTo>
                  <a:pt x="189521" y="599661"/>
                </a:lnTo>
                <a:lnTo>
                  <a:pt x="152034" y="577656"/>
                </a:lnTo>
                <a:lnTo>
                  <a:pt x="118154" y="554171"/>
                </a:lnTo>
                <a:lnTo>
                  <a:pt x="88095" y="529314"/>
                </a:lnTo>
                <a:lnTo>
                  <a:pt x="40298" y="475915"/>
                </a:lnTo>
                <a:lnTo>
                  <a:pt x="10360" y="418317"/>
                </a:lnTo>
                <a:lnTo>
                  <a:pt x="0" y="357377"/>
                </a:lnTo>
                <a:close/>
              </a:path>
              <a:path w="4010025" h="2546985">
                <a:moveTo>
                  <a:pt x="2578608" y="388619"/>
                </a:moveTo>
                <a:lnTo>
                  <a:pt x="2588968" y="327560"/>
                </a:lnTo>
                <a:lnTo>
                  <a:pt x="2618906" y="269845"/>
                </a:lnTo>
                <a:lnTo>
                  <a:pt x="2666703" y="216334"/>
                </a:lnTo>
                <a:lnTo>
                  <a:pt x="2696762" y="191424"/>
                </a:lnTo>
                <a:lnTo>
                  <a:pt x="2730642" y="167889"/>
                </a:lnTo>
                <a:lnTo>
                  <a:pt x="2768129" y="145835"/>
                </a:lnTo>
                <a:lnTo>
                  <a:pt x="2809007" y="125371"/>
                </a:lnTo>
                <a:lnTo>
                  <a:pt x="2853063" y="106604"/>
                </a:lnTo>
                <a:lnTo>
                  <a:pt x="2900081" y="89641"/>
                </a:lnTo>
                <a:lnTo>
                  <a:pt x="2949846" y="74591"/>
                </a:lnTo>
                <a:lnTo>
                  <a:pt x="3002145" y="61561"/>
                </a:lnTo>
                <a:lnTo>
                  <a:pt x="3056763" y="50659"/>
                </a:lnTo>
                <a:lnTo>
                  <a:pt x="3113484" y="41992"/>
                </a:lnTo>
                <a:lnTo>
                  <a:pt x="3172095" y="35668"/>
                </a:lnTo>
                <a:lnTo>
                  <a:pt x="3232380" y="31795"/>
                </a:lnTo>
                <a:lnTo>
                  <a:pt x="3294126" y="30479"/>
                </a:lnTo>
                <a:lnTo>
                  <a:pt x="3355871" y="31795"/>
                </a:lnTo>
                <a:lnTo>
                  <a:pt x="3416156" y="35668"/>
                </a:lnTo>
                <a:lnTo>
                  <a:pt x="3474767" y="41992"/>
                </a:lnTo>
                <a:lnTo>
                  <a:pt x="3531488" y="50659"/>
                </a:lnTo>
                <a:lnTo>
                  <a:pt x="3586106" y="61561"/>
                </a:lnTo>
                <a:lnTo>
                  <a:pt x="3638405" y="74591"/>
                </a:lnTo>
                <a:lnTo>
                  <a:pt x="3688170" y="89641"/>
                </a:lnTo>
                <a:lnTo>
                  <a:pt x="3735188" y="106604"/>
                </a:lnTo>
                <a:lnTo>
                  <a:pt x="3779244" y="125371"/>
                </a:lnTo>
                <a:lnTo>
                  <a:pt x="3820122" y="145835"/>
                </a:lnTo>
                <a:lnTo>
                  <a:pt x="3857609" y="167889"/>
                </a:lnTo>
                <a:lnTo>
                  <a:pt x="3891489" y="191424"/>
                </a:lnTo>
                <a:lnTo>
                  <a:pt x="3921548" y="216334"/>
                </a:lnTo>
                <a:lnTo>
                  <a:pt x="3969345" y="269845"/>
                </a:lnTo>
                <a:lnTo>
                  <a:pt x="3999283" y="327560"/>
                </a:lnTo>
                <a:lnTo>
                  <a:pt x="4009643" y="388619"/>
                </a:lnTo>
                <a:lnTo>
                  <a:pt x="4007018" y="419513"/>
                </a:lnTo>
                <a:lnTo>
                  <a:pt x="3986654" y="479008"/>
                </a:lnTo>
                <a:lnTo>
                  <a:pt x="3947572" y="534729"/>
                </a:lnTo>
                <a:lnTo>
                  <a:pt x="3891489" y="585815"/>
                </a:lnTo>
                <a:lnTo>
                  <a:pt x="3857609" y="609350"/>
                </a:lnTo>
                <a:lnTo>
                  <a:pt x="3820122" y="631404"/>
                </a:lnTo>
                <a:lnTo>
                  <a:pt x="3779244" y="651868"/>
                </a:lnTo>
                <a:lnTo>
                  <a:pt x="3735188" y="670635"/>
                </a:lnTo>
                <a:lnTo>
                  <a:pt x="3688170" y="687598"/>
                </a:lnTo>
                <a:lnTo>
                  <a:pt x="3638405" y="702648"/>
                </a:lnTo>
                <a:lnTo>
                  <a:pt x="3586106" y="715678"/>
                </a:lnTo>
                <a:lnTo>
                  <a:pt x="3531488" y="726580"/>
                </a:lnTo>
                <a:lnTo>
                  <a:pt x="3474767" y="735247"/>
                </a:lnTo>
                <a:lnTo>
                  <a:pt x="3416156" y="741571"/>
                </a:lnTo>
                <a:lnTo>
                  <a:pt x="3355871" y="745444"/>
                </a:lnTo>
                <a:lnTo>
                  <a:pt x="3294126" y="746759"/>
                </a:lnTo>
                <a:lnTo>
                  <a:pt x="3232380" y="745444"/>
                </a:lnTo>
                <a:lnTo>
                  <a:pt x="3172095" y="741571"/>
                </a:lnTo>
                <a:lnTo>
                  <a:pt x="3113484" y="735247"/>
                </a:lnTo>
                <a:lnTo>
                  <a:pt x="3056763" y="726580"/>
                </a:lnTo>
                <a:lnTo>
                  <a:pt x="3002145" y="715678"/>
                </a:lnTo>
                <a:lnTo>
                  <a:pt x="2949846" y="702648"/>
                </a:lnTo>
                <a:lnTo>
                  <a:pt x="2900081" y="687598"/>
                </a:lnTo>
                <a:lnTo>
                  <a:pt x="2853063" y="670635"/>
                </a:lnTo>
                <a:lnTo>
                  <a:pt x="2809007" y="651868"/>
                </a:lnTo>
                <a:lnTo>
                  <a:pt x="2768129" y="631404"/>
                </a:lnTo>
                <a:lnTo>
                  <a:pt x="2730642" y="609350"/>
                </a:lnTo>
                <a:lnTo>
                  <a:pt x="2696762" y="585815"/>
                </a:lnTo>
                <a:lnTo>
                  <a:pt x="2666703" y="560905"/>
                </a:lnTo>
                <a:lnTo>
                  <a:pt x="2618906" y="507394"/>
                </a:lnTo>
                <a:lnTo>
                  <a:pt x="2588968" y="449679"/>
                </a:lnTo>
                <a:lnTo>
                  <a:pt x="2578608" y="388619"/>
                </a:lnTo>
                <a:close/>
              </a:path>
              <a:path w="4010025" h="2546985">
                <a:moveTo>
                  <a:pt x="1327403" y="837437"/>
                </a:moveTo>
                <a:lnTo>
                  <a:pt x="1337764" y="776498"/>
                </a:lnTo>
                <a:lnTo>
                  <a:pt x="1367702" y="718900"/>
                </a:lnTo>
                <a:lnTo>
                  <a:pt x="1415499" y="665501"/>
                </a:lnTo>
                <a:lnTo>
                  <a:pt x="1445558" y="640644"/>
                </a:lnTo>
                <a:lnTo>
                  <a:pt x="1479438" y="617159"/>
                </a:lnTo>
                <a:lnTo>
                  <a:pt x="1516925" y="595154"/>
                </a:lnTo>
                <a:lnTo>
                  <a:pt x="1557803" y="574735"/>
                </a:lnTo>
                <a:lnTo>
                  <a:pt x="1601859" y="556009"/>
                </a:lnTo>
                <a:lnTo>
                  <a:pt x="1648877" y="539085"/>
                </a:lnTo>
                <a:lnTo>
                  <a:pt x="1698642" y="524069"/>
                </a:lnTo>
                <a:lnTo>
                  <a:pt x="1750941" y="511069"/>
                </a:lnTo>
                <a:lnTo>
                  <a:pt x="1805559" y="500192"/>
                </a:lnTo>
                <a:lnTo>
                  <a:pt x="1862280" y="491545"/>
                </a:lnTo>
                <a:lnTo>
                  <a:pt x="1920891" y="485236"/>
                </a:lnTo>
                <a:lnTo>
                  <a:pt x="1981176" y="481371"/>
                </a:lnTo>
                <a:lnTo>
                  <a:pt x="2042922" y="480059"/>
                </a:lnTo>
                <a:lnTo>
                  <a:pt x="2104667" y="481371"/>
                </a:lnTo>
                <a:lnTo>
                  <a:pt x="2164952" y="485236"/>
                </a:lnTo>
                <a:lnTo>
                  <a:pt x="2223563" y="491545"/>
                </a:lnTo>
                <a:lnTo>
                  <a:pt x="2280284" y="500192"/>
                </a:lnTo>
                <a:lnTo>
                  <a:pt x="2334902" y="511069"/>
                </a:lnTo>
                <a:lnTo>
                  <a:pt x="2387201" y="524069"/>
                </a:lnTo>
                <a:lnTo>
                  <a:pt x="2436966" y="539085"/>
                </a:lnTo>
                <a:lnTo>
                  <a:pt x="2483984" y="556009"/>
                </a:lnTo>
                <a:lnTo>
                  <a:pt x="2528040" y="574735"/>
                </a:lnTo>
                <a:lnTo>
                  <a:pt x="2568918" y="595154"/>
                </a:lnTo>
                <a:lnTo>
                  <a:pt x="2606405" y="617159"/>
                </a:lnTo>
                <a:lnTo>
                  <a:pt x="2640285" y="640644"/>
                </a:lnTo>
                <a:lnTo>
                  <a:pt x="2670344" y="665501"/>
                </a:lnTo>
                <a:lnTo>
                  <a:pt x="2718141" y="718900"/>
                </a:lnTo>
                <a:lnTo>
                  <a:pt x="2748079" y="776498"/>
                </a:lnTo>
                <a:lnTo>
                  <a:pt x="2758440" y="837437"/>
                </a:lnTo>
                <a:lnTo>
                  <a:pt x="2755814" y="868271"/>
                </a:lnTo>
                <a:lnTo>
                  <a:pt x="2735450" y="927647"/>
                </a:lnTo>
                <a:lnTo>
                  <a:pt x="2696368" y="983253"/>
                </a:lnTo>
                <a:lnTo>
                  <a:pt x="2640285" y="1034231"/>
                </a:lnTo>
                <a:lnTo>
                  <a:pt x="2606405" y="1057716"/>
                </a:lnTo>
                <a:lnTo>
                  <a:pt x="2568918" y="1079721"/>
                </a:lnTo>
                <a:lnTo>
                  <a:pt x="2528040" y="1100140"/>
                </a:lnTo>
                <a:lnTo>
                  <a:pt x="2483984" y="1118866"/>
                </a:lnTo>
                <a:lnTo>
                  <a:pt x="2436966" y="1135790"/>
                </a:lnTo>
                <a:lnTo>
                  <a:pt x="2387201" y="1150806"/>
                </a:lnTo>
                <a:lnTo>
                  <a:pt x="2334902" y="1163806"/>
                </a:lnTo>
                <a:lnTo>
                  <a:pt x="2280284" y="1174683"/>
                </a:lnTo>
                <a:lnTo>
                  <a:pt x="2223563" y="1183330"/>
                </a:lnTo>
                <a:lnTo>
                  <a:pt x="2164952" y="1189639"/>
                </a:lnTo>
                <a:lnTo>
                  <a:pt x="2104667" y="1193504"/>
                </a:lnTo>
                <a:lnTo>
                  <a:pt x="2042922" y="1194815"/>
                </a:lnTo>
                <a:lnTo>
                  <a:pt x="1981176" y="1193504"/>
                </a:lnTo>
                <a:lnTo>
                  <a:pt x="1920891" y="1189639"/>
                </a:lnTo>
                <a:lnTo>
                  <a:pt x="1862280" y="1183330"/>
                </a:lnTo>
                <a:lnTo>
                  <a:pt x="1805559" y="1174683"/>
                </a:lnTo>
                <a:lnTo>
                  <a:pt x="1750941" y="1163806"/>
                </a:lnTo>
                <a:lnTo>
                  <a:pt x="1698642" y="1150806"/>
                </a:lnTo>
                <a:lnTo>
                  <a:pt x="1648877" y="1135790"/>
                </a:lnTo>
                <a:lnTo>
                  <a:pt x="1601859" y="1118866"/>
                </a:lnTo>
                <a:lnTo>
                  <a:pt x="1557803" y="1100140"/>
                </a:lnTo>
                <a:lnTo>
                  <a:pt x="1516925" y="1079721"/>
                </a:lnTo>
                <a:lnTo>
                  <a:pt x="1479438" y="1057716"/>
                </a:lnTo>
                <a:lnTo>
                  <a:pt x="1445558" y="1034231"/>
                </a:lnTo>
                <a:lnTo>
                  <a:pt x="1415499" y="1009374"/>
                </a:lnTo>
                <a:lnTo>
                  <a:pt x="1367702" y="955975"/>
                </a:lnTo>
                <a:lnTo>
                  <a:pt x="1337764" y="898377"/>
                </a:lnTo>
                <a:lnTo>
                  <a:pt x="1327403" y="837437"/>
                </a:lnTo>
                <a:close/>
              </a:path>
              <a:path w="4010025" h="2546985">
                <a:moveTo>
                  <a:pt x="1449324" y="2189226"/>
                </a:moveTo>
                <a:lnTo>
                  <a:pt x="1459684" y="2128286"/>
                </a:lnTo>
                <a:lnTo>
                  <a:pt x="1489622" y="2070688"/>
                </a:lnTo>
                <a:lnTo>
                  <a:pt x="1537419" y="2017289"/>
                </a:lnTo>
                <a:lnTo>
                  <a:pt x="1567478" y="1992432"/>
                </a:lnTo>
                <a:lnTo>
                  <a:pt x="1601358" y="1968947"/>
                </a:lnTo>
                <a:lnTo>
                  <a:pt x="1638845" y="1946942"/>
                </a:lnTo>
                <a:lnTo>
                  <a:pt x="1679723" y="1926523"/>
                </a:lnTo>
                <a:lnTo>
                  <a:pt x="1723779" y="1907797"/>
                </a:lnTo>
                <a:lnTo>
                  <a:pt x="1770797" y="1890873"/>
                </a:lnTo>
                <a:lnTo>
                  <a:pt x="1820562" y="1875857"/>
                </a:lnTo>
                <a:lnTo>
                  <a:pt x="1872861" y="1862857"/>
                </a:lnTo>
                <a:lnTo>
                  <a:pt x="1927479" y="1851980"/>
                </a:lnTo>
                <a:lnTo>
                  <a:pt x="1984200" y="1843333"/>
                </a:lnTo>
                <a:lnTo>
                  <a:pt x="2042811" y="1837024"/>
                </a:lnTo>
                <a:lnTo>
                  <a:pt x="2103096" y="1833159"/>
                </a:lnTo>
                <a:lnTo>
                  <a:pt x="2164841" y="1831847"/>
                </a:lnTo>
                <a:lnTo>
                  <a:pt x="2226587" y="1833159"/>
                </a:lnTo>
                <a:lnTo>
                  <a:pt x="2286872" y="1837024"/>
                </a:lnTo>
                <a:lnTo>
                  <a:pt x="2345483" y="1843333"/>
                </a:lnTo>
                <a:lnTo>
                  <a:pt x="2402204" y="1851980"/>
                </a:lnTo>
                <a:lnTo>
                  <a:pt x="2456822" y="1862857"/>
                </a:lnTo>
                <a:lnTo>
                  <a:pt x="2509121" y="1875857"/>
                </a:lnTo>
                <a:lnTo>
                  <a:pt x="2558886" y="1890873"/>
                </a:lnTo>
                <a:lnTo>
                  <a:pt x="2605904" y="1907797"/>
                </a:lnTo>
                <a:lnTo>
                  <a:pt x="2649960" y="1926523"/>
                </a:lnTo>
                <a:lnTo>
                  <a:pt x="2690838" y="1946942"/>
                </a:lnTo>
                <a:lnTo>
                  <a:pt x="2728325" y="1968947"/>
                </a:lnTo>
                <a:lnTo>
                  <a:pt x="2762205" y="1992432"/>
                </a:lnTo>
                <a:lnTo>
                  <a:pt x="2792264" y="2017289"/>
                </a:lnTo>
                <a:lnTo>
                  <a:pt x="2840061" y="2070688"/>
                </a:lnTo>
                <a:lnTo>
                  <a:pt x="2869999" y="2128286"/>
                </a:lnTo>
                <a:lnTo>
                  <a:pt x="2880360" y="2189226"/>
                </a:lnTo>
                <a:lnTo>
                  <a:pt x="2877734" y="2220059"/>
                </a:lnTo>
                <a:lnTo>
                  <a:pt x="2857370" y="2279435"/>
                </a:lnTo>
                <a:lnTo>
                  <a:pt x="2818288" y="2335041"/>
                </a:lnTo>
                <a:lnTo>
                  <a:pt x="2762205" y="2386019"/>
                </a:lnTo>
                <a:lnTo>
                  <a:pt x="2728325" y="2409504"/>
                </a:lnTo>
                <a:lnTo>
                  <a:pt x="2690838" y="2431509"/>
                </a:lnTo>
                <a:lnTo>
                  <a:pt x="2649960" y="2451928"/>
                </a:lnTo>
                <a:lnTo>
                  <a:pt x="2605904" y="2470654"/>
                </a:lnTo>
                <a:lnTo>
                  <a:pt x="2558886" y="2487578"/>
                </a:lnTo>
                <a:lnTo>
                  <a:pt x="2509121" y="2502594"/>
                </a:lnTo>
                <a:lnTo>
                  <a:pt x="2456822" y="2515594"/>
                </a:lnTo>
                <a:lnTo>
                  <a:pt x="2402204" y="2526471"/>
                </a:lnTo>
                <a:lnTo>
                  <a:pt x="2345483" y="2535118"/>
                </a:lnTo>
                <a:lnTo>
                  <a:pt x="2286872" y="2541427"/>
                </a:lnTo>
                <a:lnTo>
                  <a:pt x="2226587" y="2545292"/>
                </a:lnTo>
                <a:lnTo>
                  <a:pt x="2164841" y="2546604"/>
                </a:lnTo>
                <a:lnTo>
                  <a:pt x="2103096" y="2545292"/>
                </a:lnTo>
                <a:lnTo>
                  <a:pt x="2042811" y="2541427"/>
                </a:lnTo>
                <a:lnTo>
                  <a:pt x="1984200" y="2535118"/>
                </a:lnTo>
                <a:lnTo>
                  <a:pt x="1927479" y="2526471"/>
                </a:lnTo>
                <a:lnTo>
                  <a:pt x="1872861" y="2515594"/>
                </a:lnTo>
                <a:lnTo>
                  <a:pt x="1820562" y="2502594"/>
                </a:lnTo>
                <a:lnTo>
                  <a:pt x="1770797" y="2487578"/>
                </a:lnTo>
                <a:lnTo>
                  <a:pt x="1723779" y="2470654"/>
                </a:lnTo>
                <a:lnTo>
                  <a:pt x="1679723" y="2451928"/>
                </a:lnTo>
                <a:lnTo>
                  <a:pt x="1638845" y="2431509"/>
                </a:lnTo>
                <a:lnTo>
                  <a:pt x="1601358" y="2409504"/>
                </a:lnTo>
                <a:lnTo>
                  <a:pt x="1567478" y="2386019"/>
                </a:lnTo>
                <a:lnTo>
                  <a:pt x="1537419" y="2361162"/>
                </a:lnTo>
                <a:lnTo>
                  <a:pt x="1489622" y="2307763"/>
                </a:lnTo>
                <a:lnTo>
                  <a:pt x="1459684" y="2250165"/>
                </a:lnTo>
                <a:lnTo>
                  <a:pt x="1449324" y="2189226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204543"/>
            <a:ext cx="12192000" cy="650875"/>
          </a:xfrm>
          <a:prstGeom prst="rect">
            <a:avLst/>
          </a:prstGeom>
        </p:spPr>
        <p:txBody>
          <a:bodyPr vert="horz" wrap="square" lIns="0" tIns="635711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FF0000"/>
                </a:solidFill>
                <a:latin typeface="Times New Roman"/>
                <a:cs typeface="Times New Roman"/>
              </a:rPr>
              <a:t>Kiến</a:t>
            </a:r>
            <a:r>
              <a:rPr sz="4400" b="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FF0000"/>
                </a:solidFill>
                <a:latin typeface="Times New Roman"/>
                <a:cs typeface="Times New Roman"/>
              </a:rPr>
              <a:t>trúc</a:t>
            </a:r>
            <a:r>
              <a:rPr sz="4400" b="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0" spc="-25" dirty="0">
                <a:solidFill>
                  <a:srgbClr val="FF0000"/>
                </a:solidFill>
                <a:latin typeface="Times New Roman"/>
                <a:cs typeface="Times New Roman"/>
              </a:rPr>
              <a:t>JSP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077" y="1401463"/>
            <a:ext cx="10691047" cy="4601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33400" y="-21178"/>
            <a:ext cx="12192000" cy="978088"/>
          </a:xfrm>
          <a:prstGeom prst="rect">
            <a:avLst/>
          </a:prstGeom>
        </p:spPr>
        <p:txBody>
          <a:bodyPr vert="horz" wrap="square" lIns="0" tIns="333629" rIns="0" bIns="0" rtlCol="0">
            <a:spAutoFit/>
          </a:bodyPr>
          <a:lstStyle/>
          <a:p>
            <a:pPr marL="826769">
              <a:lnSpc>
                <a:spcPts val="5015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Cấu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trúc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Web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Application</a:t>
            </a:r>
            <a:r>
              <a:rPr lang="en-US" sz="440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*.war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8200" y="1562100"/>
            <a:ext cx="7140575" cy="4785360"/>
            <a:chOff x="838200" y="1562100"/>
            <a:chExt cx="7140575" cy="4785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562100"/>
              <a:ext cx="6704076" cy="4785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05000" y="2522219"/>
              <a:ext cx="5198745" cy="3680460"/>
            </a:xfrm>
            <a:custGeom>
              <a:avLst/>
              <a:gdLst/>
              <a:ahLst/>
              <a:cxnLst/>
              <a:rect l="l" t="t" r="r" b="b"/>
              <a:pathLst>
                <a:path w="5198745" h="3680460">
                  <a:moveTo>
                    <a:pt x="0" y="1287779"/>
                  </a:moveTo>
                  <a:lnTo>
                    <a:pt x="3223260" y="1287779"/>
                  </a:lnTo>
                  <a:lnTo>
                    <a:pt x="3223260" y="0"/>
                  </a:lnTo>
                  <a:lnTo>
                    <a:pt x="0" y="0"/>
                  </a:lnTo>
                  <a:lnTo>
                    <a:pt x="0" y="1287779"/>
                  </a:lnTo>
                  <a:close/>
                </a:path>
                <a:path w="5198745" h="3680460">
                  <a:moveTo>
                    <a:pt x="762000" y="3176016"/>
                  </a:moveTo>
                  <a:lnTo>
                    <a:pt x="5198363" y="3176016"/>
                  </a:lnTo>
                  <a:lnTo>
                    <a:pt x="5198363" y="1414271"/>
                  </a:lnTo>
                  <a:lnTo>
                    <a:pt x="762000" y="1414271"/>
                  </a:lnTo>
                  <a:lnTo>
                    <a:pt x="762000" y="3176016"/>
                  </a:lnTo>
                  <a:close/>
                </a:path>
                <a:path w="5198745" h="3680460">
                  <a:moveTo>
                    <a:pt x="762000" y="3680459"/>
                  </a:moveTo>
                  <a:lnTo>
                    <a:pt x="4482084" y="3680459"/>
                  </a:lnTo>
                  <a:lnTo>
                    <a:pt x="4482084" y="3183635"/>
                  </a:lnTo>
                  <a:lnTo>
                    <a:pt x="762000" y="3183635"/>
                  </a:lnTo>
                  <a:lnTo>
                    <a:pt x="762000" y="368045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3025" y="2549652"/>
              <a:ext cx="2822575" cy="3409315"/>
            </a:xfrm>
            <a:custGeom>
              <a:avLst/>
              <a:gdLst/>
              <a:ahLst/>
              <a:cxnLst/>
              <a:rect l="l" t="t" r="r" b="b"/>
              <a:pathLst>
                <a:path w="2822575" h="3409315">
                  <a:moveTo>
                    <a:pt x="2822575" y="0"/>
                  </a:moveTo>
                  <a:lnTo>
                    <a:pt x="2822575" y="536448"/>
                  </a:lnTo>
                </a:path>
                <a:path w="2822575" h="3409315">
                  <a:moveTo>
                    <a:pt x="2822575" y="100584"/>
                  </a:moveTo>
                  <a:lnTo>
                    <a:pt x="0" y="471550"/>
                  </a:lnTo>
                </a:path>
                <a:path w="2822575" h="3409315">
                  <a:moveTo>
                    <a:pt x="2746375" y="1370076"/>
                  </a:moveTo>
                  <a:lnTo>
                    <a:pt x="2746375" y="1908048"/>
                  </a:lnTo>
                </a:path>
                <a:path w="2822575" h="3409315">
                  <a:moveTo>
                    <a:pt x="2746375" y="1470914"/>
                  </a:moveTo>
                  <a:lnTo>
                    <a:pt x="1924557" y="1935480"/>
                  </a:lnTo>
                </a:path>
                <a:path w="2822575" h="3409315">
                  <a:moveTo>
                    <a:pt x="2746375" y="2618232"/>
                  </a:moveTo>
                  <a:lnTo>
                    <a:pt x="2746375" y="3156204"/>
                  </a:lnTo>
                </a:path>
                <a:path w="2822575" h="3409315">
                  <a:moveTo>
                    <a:pt x="2746375" y="2719070"/>
                  </a:moveTo>
                  <a:lnTo>
                    <a:pt x="1301750" y="3409188"/>
                  </a:lnTo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2549651"/>
            <a:ext cx="2133600" cy="5364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15018" y="2525395"/>
            <a:ext cx="1795781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Chứa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resource,</a:t>
            </a:r>
            <a:endParaRPr sz="1800" dirty="0">
              <a:latin typeface="Arial"/>
              <a:cs typeface="Arial"/>
            </a:endParaRPr>
          </a:p>
          <a:p>
            <a:pPr marL="1270" algn="ctr">
              <a:lnSpc>
                <a:spcPts val="2135"/>
              </a:lnSpc>
            </a:pPr>
            <a:r>
              <a:rPr sz="1800" spc="-10" dirty="0">
                <a:latin typeface="Arial"/>
                <a:cs typeface="Arial"/>
              </a:rPr>
              <a:t>jsp,css,html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7200" y="3919728"/>
            <a:ext cx="2133600" cy="53797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567419" y="3896309"/>
            <a:ext cx="164338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Chứa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java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sz="1800" spc="-10" dirty="0">
                <a:latin typeface="Arial"/>
                <a:cs typeface="Arial"/>
              </a:rPr>
              <a:t>component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7200" y="5167884"/>
            <a:ext cx="2133600" cy="5379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402828" y="5275529"/>
            <a:ext cx="17317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Chứa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thư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viện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802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Các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thư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mục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và</a:t>
            </a:r>
            <a:r>
              <a:rPr sz="4400" b="0" spc="-1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tập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tin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của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Web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Application</a:t>
            </a:r>
            <a:endParaRPr sz="44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74850" y="1593850"/>
          <a:ext cx="7849235" cy="42322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Thư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mục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Mô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tả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(root)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Chứa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tập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tin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html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JSP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\WEB-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INF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Chứa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web.xml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không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thể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truy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xuất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trực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tiếp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từ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web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\WEB-INF\classes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451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Chứa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servlet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class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java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của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ứng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dụng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\WEB-INF\lib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9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Chứa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thư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viện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JAR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sử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dụng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ứng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dụng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\META-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INF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38760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2423795" algn="l"/>
                        </a:tabLst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Chứa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content.xml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khai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báo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cấu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hình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ứng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dụng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5993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3800" algn="l"/>
              </a:tabLst>
            </a:pPr>
            <a:r>
              <a:rPr sz="4400" b="0" spc="-25" dirty="0">
                <a:latin typeface="Times New Roman"/>
                <a:cs typeface="Times New Roman"/>
              </a:rPr>
              <a:t>Cấu</a:t>
            </a:r>
            <a:r>
              <a:rPr sz="4400" b="0" dirty="0">
                <a:latin typeface="Times New Roman"/>
                <a:cs typeface="Times New Roman"/>
              </a:rPr>
              <a:t>	hình:</a:t>
            </a:r>
            <a:r>
              <a:rPr sz="4400" b="0" spc="-2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tập</a:t>
            </a:r>
            <a:r>
              <a:rPr sz="4400" b="0" spc="-1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tin</a:t>
            </a:r>
            <a:r>
              <a:rPr sz="4400" b="0" spc="5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web.xml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23157"/>
            <a:ext cx="9360535" cy="24536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Khai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báo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thông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cấu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web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application</a:t>
            </a:r>
            <a:endParaRPr sz="2800">
              <a:latin typeface="Arial"/>
              <a:cs typeface="Arial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Phiên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cũ: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Tất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cả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đươc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khai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báo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tin </a:t>
            </a:r>
            <a:r>
              <a:rPr sz="2800" spc="-10" dirty="0">
                <a:latin typeface="Arial"/>
                <a:cs typeface="Arial"/>
              </a:rPr>
              <a:t>web.xml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Arial"/>
                <a:cs typeface="Arial"/>
              </a:rPr>
              <a:t>Web.xml=Deployment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Descriptor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Web.xml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đặt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WEB-</a:t>
            </a:r>
            <a:r>
              <a:rPr sz="2800" spc="-25" dirty="0">
                <a:latin typeface="Arial"/>
                <a:cs typeface="Arial"/>
              </a:rPr>
              <a:t>INF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5993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3800" algn="l"/>
              </a:tabLst>
            </a:pPr>
            <a:r>
              <a:rPr sz="4400" b="0" spc="-25" dirty="0">
                <a:latin typeface="Times New Roman"/>
                <a:cs typeface="Times New Roman"/>
              </a:rPr>
              <a:t>Cấu</a:t>
            </a:r>
            <a:r>
              <a:rPr sz="4400" b="0" dirty="0">
                <a:latin typeface="Times New Roman"/>
                <a:cs typeface="Times New Roman"/>
              </a:rPr>
              <a:t>	hình:</a:t>
            </a:r>
            <a:r>
              <a:rPr sz="4400" b="0" spc="-2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tập</a:t>
            </a:r>
            <a:r>
              <a:rPr sz="4400" b="0" spc="-1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tin</a:t>
            </a:r>
            <a:r>
              <a:rPr sz="4400" b="0" spc="5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web.xml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676400"/>
            <a:ext cx="9995916" cy="48021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763" y="131521"/>
            <a:ext cx="51981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1260" algn="l"/>
              </a:tabLst>
            </a:pPr>
            <a:r>
              <a:rPr sz="4400" b="0" spc="-25" dirty="0">
                <a:latin typeface="Times New Roman"/>
                <a:cs typeface="Times New Roman"/>
              </a:rPr>
              <a:t>Cấu</a:t>
            </a:r>
            <a:r>
              <a:rPr sz="4400" b="0" dirty="0">
                <a:latin typeface="Times New Roman"/>
                <a:cs typeface="Times New Roman"/>
              </a:rPr>
              <a:t>	hình:</a:t>
            </a:r>
            <a:r>
              <a:rPr sz="4400" b="0" spc="-254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Annotations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683" y="874267"/>
            <a:ext cx="10586517" cy="22428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  <a:tab pos="2388235" algn="l"/>
              </a:tabLst>
            </a:pPr>
            <a:r>
              <a:rPr sz="2800" dirty="0">
                <a:latin typeface="Arial"/>
                <a:cs typeface="Arial"/>
              </a:rPr>
              <a:t>Bắt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đầu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phiên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Servlet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3.0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sử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dụng </a:t>
            </a:r>
            <a:r>
              <a:rPr sz="2800" spc="-10" dirty="0">
                <a:latin typeface="Arial"/>
                <a:cs typeface="Arial"/>
              </a:rPr>
              <a:t>một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mới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javax.servlet.annotation</a:t>
            </a:r>
            <a:endParaRPr sz="2800" dirty="0">
              <a:latin typeface="Arial"/>
              <a:cs typeface="Arial"/>
            </a:endParaRPr>
          </a:p>
          <a:p>
            <a:pPr marL="241300" marR="453390" indent="-228600">
              <a:lnSpc>
                <a:spcPts val="303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Cung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dạng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annotation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thế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việc </a:t>
            </a:r>
            <a:r>
              <a:rPr sz="2800" dirty="0">
                <a:latin typeface="Arial"/>
                <a:cs typeface="Arial"/>
              </a:rPr>
              <a:t>khai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báo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web.xml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Phiên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tomcat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7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trở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lên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293" y="3162603"/>
            <a:ext cx="6995159" cy="32628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09600" y="-358736"/>
            <a:ext cx="12192000" cy="1314411"/>
          </a:xfrm>
          <a:prstGeom prst="rect">
            <a:avLst/>
          </a:prstGeom>
        </p:spPr>
        <p:txBody>
          <a:bodyPr vert="horz" wrap="square" lIns="0" tIns="631139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lang="en-US" sz="4400" b="0" dirty="0" err="1">
                <a:latin typeface="Calibri Light"/>
                <a:cs typeface="Calibri Light"/>
              </a:rPr>
              <a:t>Công</a:t>
            </a:r>
            <a:r>
              <a:rPr lang="en-US" sz="4400" b="0" dirty="0">
                <a:latin typeface="Calibri Light"/>
                <a:cs typeface="Calibri Light"/>
              </a:rPr>
              <a:t> </a:t>
            </a:r>
            <a:r>
              <a:rPr lang="en-US" sz="4400" b="0" dirty="0" err="1">
                <a:latin typeface="Calibri Light"/>
                <a:cs typeface="Calibri Light"/>
              </a:rPr>
              <a:t>nghệ</a:t>
            </a:r>
            <a:r>
              <a:rPr lang="en-US" sz="4400" b="0" dirty="0">
                <a:latin typeface="Calibri Light"/>
                <a:cs typeface="Calibri Light"/>
              </a:rPr>
              <a:t> </a:t>
            </a:r>
            <a:r>
              <a:rPr lang="en-US" sz="4400" b="0" dirty="0" err="1">
                <a:latin typeface="Calibri Light"/>
                <a:cs typeface="Calibri Light"/>
              </a:rPr>
              <a:t>và</a:t>
            </a:r>
            <a:r>
              <a:rPr lang="en-US" sz="4400" b="0" dirty="0">
                <a:latin typeface="Calibri Light"/>
                <a:cs typeface="Calibri Light"/>
              </a:rPr>
              <a:t> </a:t>
            </a:r>
            <a:r>
              <a:rPr lang="en-US" sz="4400" b="0" dirty="0" err="1">
                <a:latin typeface="Calibri Light"/>
                <a:cs typeface="Calibri Light"/>
              </a:rPr>
              <a:t>công</a:t>
            </a:r>
            <a:r>
              <a:rPr lang="en-US" sz="4400" b="0" dirty="0">
                <a:latin typeface="Calibri Light"/>
                <a:cs typeface="Calibri Light"/>
              </a:rPr>
              <a:t> </a:t>
            </a:r>
            <a:r>
              <a:rPr lang="en-US" sz="4400" b="0" dirty="0" err="1">
                <a:latin typeface="Calibri Light"/>
                <a:cs typeface="Calibri Light"/>
              </a:rPr>
              <a:t>cụ</a:t>
            </a:r>
            <a:r>
              <a:rPr lang="en-US" sz="4400" b="0" dirty="0">
                <a:latin typeface="Calibri Light"/>
                <a:cs typeface="Calibri Light"/>
              </a:rPr>
              <a:t> </a:t>
            </a:r>
            <a:r>
              <a:rPr lang="en-US" sz="4400" b="0" dirty="0" err="1">
                <a:latin typeface="Calibri Light"/>
                <a:cs typeface="Calibri Light"/>
              </a:rPr>
              <a:t>phát</a:t>
            </a:r>
            <a:r>
              <a:rPr lang="en-US" sz="4400" b="0" dirty="0">
                <a:latin typeface="Calibri Light"/>
                <a:cs typeface="Calibri Light"/>
              </a:rPr>
              <a:t> </a:t>
            </a:r>
            <a:r>
              <a:rPr lang="en-US" sz="4400" b="0" dirty="0" err="1">
                <a:latin typeface="Calibri Light"/>
                <a:cs typeface="Calibri Light"/>
              </a:rPr>
              <a:t>triển</a:t>
            </a:r>
            <a:r>
              <a:rPr lang="en-US" sz="4400" b="0" dirty="0">
                <a:latin typeface="Calibri Light"/>
                <a:cs typeface="Calibri Light"/>
              </a:rPr>
              <a:t> Wen app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714012"/>
            <a:ext cx="3197861" cy="311687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0" dirty="0">
                <a:latin typeface="Calibri Light"/>
                <a:cs typeface="Calibri Light"/>
              </a:rPr>
              <a:t>Web</a:t>
            </a:r>
            <a:r>
              <a:rPr lang="en-US" sz="2800" b="0" spc="-70" dirty="0">
                <a:latin typeface="Calibri Light"/>
                <a:cs typeface="Calibri Light"/>
              </a:rPr>
              <a:t> </a:t>
            </a:r>
            <a:r>
              <a:rPr lang="en-US" sz="2800" b="0" dirty="0">
                <a:latin typeface="Calibri Light"/>
                <a:cs typeface="Calibri Light"/>
              </a:rPr>
              <a:t>server</a:t>
            </a:r>
            <a:r>
              <a:rPr lang="en-US" sz="2800" b="0" spc="-80" dirty="0">
                <a:latin typeface="Calibri Light"/>
                <a:cs typeface="Calibri Light"/>
              </a:rPr>
              <a:t> </a:t>
            </a:r>
            <a:r>
              <a:rPr lang="en-US" sz="2800" b="0" dirty="0" err="1">
                <a:latin typeface="Calibri Light"/>
                <a:cs typeface="Calibri Light"/>
              </a:rPr>
              <a:t>phổ</a:t>
            </a:r>
            <a:r>
              <a:rPr lang="en-US" sz="2800" b="0" spc="-65" dirty="0">
                <a:latin typeface="Calibri Light"/>
                <a:cs typeface="Calibri Light"/>
              </a:rPr>
              <a:t> </a:t>
            </a:r>
            <a:r>
              <a:rPr lang="en-US" sz="2800" b="0" spc="-20" dirty="0" err="1">
                <a:latin typeface="Calibri Light"/>
                <a:cs typeface="Calibri Light"/>
              </a:rPr>
              <a:t>biến</a:t>
            </a:r>
            <a:endParaRPr lang="en-US" sz="2800" spc="-25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698500" lvl="1" indent="-228600"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Tomcat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25" dirty="0">
                <a:solidFill>
                  <a:srgbClr val="FF0000"/>
                </a:solidFill>
                <a:latin typeface="Arial"/>
                <a:cs typeface="Arial"/>
              </a:rPr>
              <a:t>9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Glassfish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Jboss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IBM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Webphere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Oracle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WebLogic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8E4DCE4-17D0-AA7D-1921-6CF7DB8FC979}"/>
              </a:ext>
            </a:extLst>
          </p:cNvPr>
          <p:cNvSpPr txBox="1"/>
          <p:nvPr/>
        </p:nvSpPr>
        <p:spPr>
          <a:xfrm>
            <a:off x="6094828" y="1714012"/>
            <a:ext cx="2896772" cy="20755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0" dirty="0">
                <a:latin typeface="Calibri Light"/>
                <a:cs typeface="Calibri Light"/>
              </a:rPr>
              <a:t>Database</a:t>
            </a:r>
            <a:r>
              <a:rPr lang="en-US" sz="2800" b="0" spc="-114" dirty="0">
                <a:latin typeface="Calibri Light"/>
                <a:cs typeface="Calibri Light"/>
              </a:rPr>
              <a:t> </a:t>
            </a:r>
            <a:r>
              <a:rPr lang="en-US" sz="2800" b="0" spc="-10" dirty="0">
                <a:latin typeface="Calibri Light"/>
                <a:cs typeface="Calibri Light"/>
              </a:rPr>
              <a:t>Server</a:t>
            </a:r>
            <a:endParaRPr lang="en-US" sz="28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698500" lvl="1" indent="-228600"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 err="1">
                <a:solidFill>
                  <a:srgbClr val="FF0000"/>
                </a:solidFill>
                <a:latin typeface="Calibri"/>
                <a:cs typeface="Calibri"/>
              </a:rPr>
              <a:t>MySql</a:t>
            </a:r>
            <a:r>
              <a:rPr sz="2800" spc="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Oracle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SQL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3214345-FB95-912B-54E2-02137FDDE5F5}"/>
              </a:ext>
            </a:extLst>
          </p:cNvPr>
          <p:cNvSpPr txBox="1"/>
          <p:nvPr/>
        </p:nvSpPr>
        <p:spPr>
          <a:xfrm>
            <a:off x="5715000" y="4040334"/>
            <a:ext cx="3197862" cy="20755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IDE</a:t>
            </a:r>
          </a:p>
          <a:p>
            <a:pPr marL="698500" lvl="1" indent="-228600"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Apache </a:t>
            </a:r>
            <a:r>
              <a:rPr sz="2800" dirty="0" err="1">
                <a:solidFill>
                  <a:srgbClr val="FF0000"/>
                </a:solidFill>
                <a:latin typeface="Calibri"/>
                <a:cs typeface="Calibri"/>
              </a:rPr>
              <a:t>NetBean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Eclipse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IntelliJ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IDEA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367051"/>
            <a:ext cx="12192000" cy="1052852"/>
          </a:xfrm>
          <a:prstGeom prst="rect">
            <a:avLst/>
          </a:prstGeom>
        </p:spPr>
        <p:txBody>
          <a:bodyPr vert="horz" wrap="square" lIns="0" tIns="372110" rIns="0" bIns="0" rtlCol="0">
            <a:spAutoFit/>
          </a:bodyPr>
          <a:lstStyle/>
          <a:p>
            <a:pPr marL="1109345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Times New Roman"/>
                <a:cs typeface="Times New Roman"/>
              </a:rPr>
              <a:t>CaseStudy</a:t>
            </a:r>
            <a:r>
              <a:rPr sz="4400" b="0" spc="-11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Tạo</a:t>
            </a:r>
            <a:r>
              <a:rPr sz="4400" b="0" spc="-85" dirty="0">
                <a:latin typeface="Times New Roman"/>
                <a:cs typeface="Times New Roman"/>
              </a:rPr>
              <a:t> </a:t>
            </a:r>
            <a:r>
              <a:rPr sz="4400" b="0" spc="-125" dirty="0">
                <a:latin typeface="Times New Roman"/>
                <a:cs typeface="Times New Roman"/>
              </a:rPr>
              <a:t>Web</a:t>
            </a:r>
            <a:r>
              <a:rPr sz="4400" b="0" spc="-26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App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0" y="3924300"/>
            <a:ext cx="2133600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latin typeface="Arial"/>
                <a:cs typeface="Arial"/>
              </a:rPr>
              <a:t>Servlet: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demo1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58711" y="1547241"/>
            <a:ext cx="3685540" cy="2325370"/>
            <a:chOff x="6458711" y="1547241"/>
            <a:chExt cx="3685540" cy="23253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8711" y="1547241"/>
              <a:ext cx="3685032" cy="15049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76565" y="3065526"/>
              <a:ext cx="1445895" cy="807085"/>
            </a:xfrm>
            <a:custGeom>
              <a:avLst/>
              <a:gdLst/>
              <a:ahLst/>
              <a:cxnLst/>
              <a:rect l="l" t="t" r="r" b="b"/>
              <a:pathLst>
                <a:path w="1445895" h="807085">
                  <a:moveTo>
                    <a:pt x="1374579" y="28636"/>
                  </a:moveTo>
                  <a:lnTo>
                    <a:pt x="0" y="789940"/>
                  </a:lnTo>
                  <a:lnTo>
                    <a:pt x="9143" y="806576"/>
                  </a:lnTo>
                  <a:lnTo>
                    <a:pt x="1383783" y="45240"/>
                  </a:lnTo>
                  <a:lnTo>
                    <a:pt x="1374579" y="28636"/>
                  </a:lnTo>
                  <a:close/>
                </a:path>
                <a:path w="1445895" h="807085">
                  <a:moveTo>
                    <a:pt x="1430361" y="22478"/>
                  </a:moveTo>
                  <a:lnTo>
                    <a:pt x="1385697" y="22478"/>
                  </a:lnTo>
                  <a:lnTo>
                    <a:pt x="1394840" y="39115"/>
                  </a:lnTo>
                  <a:lnTo>
                    <a:pt x="1383783" y="45240"/>
                  </a:lnTo>
                  <a:lnTo>
                    <a:pt x="1397634" y="70231"/>
                  </a:lnTo>
                  <a:lnTo>
                    <a:pt x="1430361" y="22478"/>
                  </a:lnTo>
                  <a:close/>
                </a:path>
                <a:path w="1445895" h="807085">
                  <a:moveTo>
                    <a:pt x="1385697" y="22478"/>
                  </a:moveTo>
                  <a:lnTo>
                    <a:pt x="1374579" y="28636"/>
                  </a:lnTo>
                  <a:lnTo>
                    <a:pt x="1383783" y="45240"/>
                  </a:lnTo>
                  <a:lnTo>
                    <a:pt x="1394840" y="39115"/>
                  </a:lnTo>
                  <a:lnTo>
                    <a:pt x="1385697" y="22478"/>
                  </a:lnTo>
                  <a:close/>
                </a:path>
                <a:path w="1445895" h="807085">
                  <a:moveTo>
                    <a:pt x="1445767" y="0"/>
                  </a:moveTo>
                  <a:lnTo>
                    <a:pt x="1360677" y="3556"/>
                  </a:lnTo>
                  <a:lnTo>
                    <a:pt x="1374579" y="28636"/>
                  </a:lnTo>
                  <a:lnTo>
                    <a:pt x="1385697" y="22478"/>
                  </a:lnTo>
                  <a:lnTo>
                    <a:pt x="1430361" y="22478"/>
                  </a:lnTo>
                  <a:lnTo>
                    <a:pt x="14457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77305" y="1302322"/>
            <a:ext cx="4920091" cy="2781489"/>
            <a:chOff x="1177305" y="1302322"/>
            <a:chExt cx="4920091" cy="278148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7305" y="1302322"/>
              <a:ext cx="2524831" cy="12960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16606" y="2486786"/>
              <a:ext cx="3780790" cy="1597025"/>
            </a:xfrm>
            <a:custGeom>
              <a:avLst/>
              <a:gdLst/>
              <a:ahLst/>
              <a:cxnLst/>
              <a:rect l="l" t="t" r="r" b="b"/>
              <a:pathLst>
                <a:path w="3780790" h="1597025">
                  <a:moveTo>
                    <a:pt x="3706612" y="1570282"/>
                  </a:moveTo>
                  <a:lnTo>
                    <a:pt x="3695573" y="1596644"/>
                  </a:lnTo>
                  <a:lnTo>
                    <a:pt x="3780536" y="1590929"/>
                  </a:lnTo>
                  <a:lnTo>
                    <a:pt x="3767015" y="1575181"/>
                  </a:lnTo>
                  <a:lnTo>
                    <a:pt x="3718306" y="1575181"/>
                  </a:lnTo>
                  <a:lnTo>
                    <a:pt x="3706612" y="1570282"/>
                  </a:lnTo>
                  <a:close/>
                </a:path>
                <a:path w="3780790" h="1597025">
                  <a:moveTo>
                    <a:pt x="3713955" y="1552746"/>
                  </a:moveTo>
                  <a:lnTo>
                    <a:pt x="3706612" y="1570282"/>
                  </a:lnTo>
                  <a:lnTo>
                    <a:pt x="3718306" y="1575181"/>
                  </a:lnTo>
                  <a:lnTo>
                    <a:pt x="3725672" y="1557655"/>
                  </a:lnTo>
                  <a:lnTo>
                    <a:pt x="3713955" y="1552746"/>
                  </a:lnTo>
                  <a:close/>
                </a:path>
                <a:path w="3780790" h="1597025">
                  <a:moveTo>
                    <a:pt x="3725037" y="1526286"/>
                  </a:moveTo>
                  <a:lnTo>
                    <a:pt x="3713955" y="1552746"/>
                  </a:lnTo>
                  <a:lnTo>
                    <a:pt x="3725672" y="1557655"/>
                  </a:lnTo>
                  <a:lnTo>
                    <a:pt x="3718306" y="1575181"/>
                  </a:lnTo>
                  <a:lnTo>
                    <a:pt x="3767015" y="1575181"/>
                  </a:lnTo>
                  <a:lnTo>
                    <a:pt x="3725037" y="1526286"/>
                  </a:lnTo>
                  <a:close/>
                </a:path>
                <a:path w="3780790" h="1597025">
                  <a:moveTo>
                    <a:pt x="7366" y="0"/>
                  </a:moveTo>
                  <a:lnTo>
                    <a:pt x="0" y="17525"/>
                  </a:lnTo>
                  <a:lnTo>
                    <a:pt x="3706612" y="1570282"/>
                  </a:lnTo>
                  <a:lnTo>
                    <a:pt x="3713955" y="1552746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641" y="1318716"/>
            <a:ext cx="387857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Calibri Light"/>
                <a:cs typeface="Calibri Light"/>
              </a:rPr>
              <a:t>Java</a:t>
            </a:r>
            <a:r>
              <a:rPr sz="6000" b="0" spc="-204" dirty="0">
                <a:latin typeface="Calibri Light"/>
                <a:cs typeface="Calibri Light"/>
              </a:rPr>
              <a:t> </a:t>
            </a:r>
            <a:r>
              <a:rPr sz="6000" b="0" spc="-10" dirty="0">
                <a:latin typeface="Calibri Light"/>
                <a:cs typeface="Calibri Light"/>
              </a:rPr>
              <a:t>Servlets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1627632"/>
            <a:ext cx="5820156" cy="48966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711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Dynamic</a:t>
            </a:r>
            <a:r>
              <a:rPr sz="4400" b="0" spc="-3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web</a:t>
            </a:r>
            <a:r>
              <a:rPr sz="4400" b="0" spc="5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model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2416" y="2374392"/>
            <a:ext cx="6045835" cy="2159635"/>
            <a:chOff x="1042416" y="2374392"/>
            <a:chExt cx="6045835" cy="2159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2416" y="2869692"/>
              <a:ext cx="2286000" cy="16641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3431" y="2374392"/>
              <a:ext cx="964691" cy="2121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86549" y="3105889"/>
              <a:ext cx="2263140" cy="939165"/>
            </a:xfrm>
            <a:custGeom>
              <a:avLst/>
              <a:gdLst/>
              <a:ahLst/>
              <a:cxnLst/>
              <a:rect l="l" t="t" r="r" b="b"/>
              <a:pathLst>
                <a:path w="2263140" h="939164">
                  <a:moveTo>
                    <a:pt x="1382779" y="0"/>
                  </a:moveTo>
                  <a:lnTo>
                    <a:pt x="1332813" y="2948"/>
                  </a:lnTo>
                  <a:lnTo>
                    <a:pt x="1285388" y="11927"/>
                  </a:lnTo>
                  <a:lnTo>
                    <a:pt x="1242343" y="26585"/>
                  </a:lnTo>
                  <a:lnTo>
                    <a:pt x="1205521" y="46568"/>
                  </a:lnTo>
                  <a:lnTo>
                    <a:pt x="1176763" y="71523"/>
                  </a:lnTo>
                  <a:lnTo>
                    <a:pt x="1161818" y="63834"/>
                  </a:lnTo>
                  <a:lnTo>
                    <a:pt x="1111866" y="44599"/>
                  </a:lnTo>
                  <a:lnTo>
                    <a:pt x="1059570" y="32512"/>
                  </a:lnTo>
                  <a:lnTo>
                    <a:pt x="1005708" y="26744"/>
                  </a:lnTo>
                  <a:lnTo>
                    <a:pt x="951794" y="27030"/>
                  </a:lnTo>
                  <a:lnTo>
                    <a:pt x="899347" y="33106"/>
                  </a:lnTo>
                  <a:lnTo>
                    <a:pt x="849882" y="44706"/>
                  </a:lnTo>
                  <a:lnTo>
                    <a:pt x="804917" y="61565"/>
                  </a:lnTo>
                  <a:lnTo>
                    <a:pt x="765967" y="83420"/>
                  </a:lnTo>
                  <a:lnTo>
                    <a:pt x="734549" y="110004"/>
                  </a:lnTo>
                  <a:lnTo>
                    <a:pt x="692359" y="98083"/>
                  </a:lnTo>
                  <a:lnTo>
                    <a:pt x="648036" y="89497"/>
                  </a:lnTo>
                  <a:lnTo>
                    <a:pt x="602189" y="84319"/>
                  </a:lnTo>
                  <a:lnTo>
                    <a:pt x="555428" y="82621"/>
                  </a:lnTo>
                  <a:lnTo>
                    <a:pt x="508362" y="84477"/>
                  </a:lnTo>
                  <a:lnTo>
                    <a:pt x="446218" y="92500"/>
                  </a:lnTo>
                  <a:lnTo>
                    <a:pt x="389217" y="106239"/>
                  </a:lnTo>
                  <a:lnTo>
                    <a:pt x="338215" y="125061"/>
                  </a:lnTo>
                  <a:lnTo>
                    <a:pt x="294064" y="148332"/>
                  </a:lnTo>
                  <a:lnTo>
                    <a:pt x="257619" y="175421"/>
                  </a:lnTo>
                  <a:lnTo>
                    <a:pt x="229733" y="205692"/>
                  </a:lnTo>
                  <a:lnTo>
                    <a:pt x="203057" y="273248"/>
                  </a:lnTo>
                  <a:lnTo>
                    <a:pt x="205975" y="309267"/>
                  </a:lnTo>
                  <a:lnTo>
                    <a:pt x="204070" y="312188"/>
                  </a:lnTo>
                  <a:lnTo>
                    <a:pt x="151773" y="318838"/>
                  </a:lnTo>
                  <a:lnTo>
                    <a:pt x="104311" y="332048"/>
                  </a:lnTo>
                  <a:lnTo>
                    <a:pt x="63516" y="351139"/>
                  </a:lnTo>
                  <a:lnTo>
                    <a:pt x="31223" y="375434"/>
                  </a:lnTo>
                  <a:lnTo>
                    <a:pt x="7672" y="407412"/>
                  </a:lnTo>
                  <a:lnTo>
                    <a:pt x="0" y="440627"/>
                  </a:lnTo>
                  <a:lnTo>
                    <a:pt x="7426" y="473399"/>
                  </a:lnTo>
                  <a:lnTo>
                    <a:pt x="29172" y="504043"/>
                  </a:lnTo>
                  <a:lnTo>
                    <a:pt x="64457" y="530877"/>
                  </a:lnTo>
                  <a:lnTo>
                    <a:pt x="112503" y="552218"/>
                  </a:lnTo>
                  <a:lnTo>
                    <a:pt x="82614" y="574632"/>
                  </a:lnTo>
                  <a:lnTo>
                    <a:pt x="62274" y="599891"/>
                  </a:lnTo>
                  <a:lnTo>
                    <a:pt x="52031" y="627031"/>
                  </a:lnTo>
                  <a:lnTo>
                    <a:pt x="52432" y="655088"/>
                  </a:lnTo>
                  <a:lnTo>
                    <a:pt x="96802" y="717483"/>
                  </a:lnTo>
                  <a:lnTo>
                    <a:pt x="137601" y="740988"/>
                  </a:lnTo>
                  <a:lnTo>
                    <a:pt x="187597" y="757920"/>
                  </a:lnTo>
                  <a:lnTo>
                    <a:pt x="244381" y="767198"/>
                  </a:lnTo>
                  <a:lnTo>
                    <a:pt x="305543" y="767737"/>
                  </a:lnTo>
                  <a:lnTo>
                    <a:pt x="309861" y="771928"/>
                  </a:lnTo>
                  <a:lnTo>
                    <a:pt x="341260" y="797498"/>
                  </a:lnTo>
                  <a:lnTo>
                    <a:pt x="377549" y="819916"/>
                  </a:lnTo>
                  <a:lnTo>
                    <a:pt x="418069" y="839089"/>
                  </a:lnTo>
                  <a:lnTo>
                    <a:pt x="462157" y="854925"/>
                  </a:lnTo>
                  <a:lnTo>
                    <a:pt x="509154" y="867330"/>
                  </a:lnTo>
                  <a:lnTo>
                    <a:pt x="558400" y="876211"/>
                  </a:lnTo>
                  <a:lnTo>
                    <a:pt x="609232" y="881475"/>
                  </a:lnTo>
                  <a:lnTo>
                    <a:pt x="660992" y="883030"/>
                  </a:lnTo>
                  <a:lnTo>
                    <a:pt x="713018" y="880781"/>
                  </a:lnTo>
                  <a:lnTo>
                    <a:pt x="764650" y="874636"/>
                  </a:lnTo>
                  <a:lnTo>
                    <a:pt x="815227" y="864503"/>
                  </a:lnTo>
                  <a:lnTo>
                    <a:pt x="864089" y="850287"/>
                  </a:lnTo>
                  <a:lnTo>
                    <a:pt x="902153" y="877187"/>
                  </a:lnTo>
                  <a:lnTo>
                    <a:pt x="947432" y="899849"/>
                  </a:lnTo>
                  <a:lnTo>
                    <a:pt x="998856" y="917796"/>
                  </a:lnTo>
                  <a:lnTo>
                    <a:pt x="1055351" y="930551"/>
                  </a:lnTo>
                  <a:lnTo>
                    <a:pt x="1111554" y="937478"/>
                  </a:lnTo>
                  <a:lnTo>
                    <a:pt x="1167468" y="939163"/>
                  </a:lnTo>
                  <a:lnTo>
                    <a:pt x="1222190" y="935881"/>
                  </a:lnTo>
                  <a:lnTo>
                    <a:pt x="1274813" y="927907"/>
                  </a:lnTo>
                  <a:lnTo>
                    <a:pt x="1324432" y="915517"/>
                  </a:lnTo>
                  <a:lnTo>
                    <a:pt x="1370142" y="898986"/>
                  </a:lnTo>
                  <a:lnTo>
                    <a:pt x="1411038" y="878588"/>
                  </a:lnTo>
                  <a:lnTo>
                    <a:pt x="1446214" y="854599"/>
                  </a:lnTo>
                  <a:lnTo>
                    <a:pt x="1474765" y="827294"/>
                  </a:lnTo>
                  <a:lnTo>
                    <a:pt x="1495787" y="796947"/>
                  </a:lnTo>
                  <a:lnTo>
                    <a:pt x="1532597" y="808032"/>
                  </a:lnTo>
                  <a:lnTo>
                    <a:pt x="1571574" y="816092"/>
                  </a:lnTo>
                  <a:lnTo>
                    <a:pt x="1612123" y="821057"/>
                  </a:lnTo>
                  <a:lnTo>
                    <a:pt x="1653648" y="822855"/>
                  </a:lnTo>
                  <a:lnTo>
                    <a:pt x="1714689" y="819659"/>
                  </a:lnTo>
                  <a:lnTo>
                    <a:pt x="1771645" y="809955"/>
                  </a:lnTo>
                  <a:lnTo>
                    <a:pt x="1823287" y="794425"/>
                  </a:lnTo>
                  <a:lnTo>
                    <a:pt x="1868389" y="773754"/>
                  </a:lnTo>
                  <a:lnTo>
                    <a:pt x="1905722" y="748623"/>
                  </a:lnTo>
                  <a:lnTo>
                    <a:pt x="1934058" y="719717"/>
                  </a:lnTo>
                  <a:lnTo>
                    <a:pt x="1958829" y="653310"/>
                  </a:lnTo>
                  <a:lnTo>
                    <a:pt x="2003314" y="648069"/>
                  </a:lnTo>
                  <a:lnTo>
                    <a:pt x="2046109" y="639673"/>
                  </a:lnTo>
                  <a:lnTo>
                    <a:pt x="2086666" y="628253"/>
                  </a:lnTo>
                  <a:lnTo>
                    <a:pt x="2124437" y="613940"/>
                  </a:lnTo>
                  <a:lnTo>
                    <a:pt x="2171509" y="589430"/>
                  </a:lnTo>
                  <a:lnTo>
                    <a:pt x="2209056" y="561386"/>
                  </a:lnTo>
                  <a:lnTo>
                    <a:pt x="2236893" y="530605"/>
                  </a:lnTo>
                  <a:lnTo>
                    <a:pt x="2262703" y="464003"/>
                  </a:lnTo>
                  <a:lnTo>
                    <a:pt x="2260308" y="429771"/>
                  </a:lnTo>
                  <a:lnTo>
                    <a:pt x="2247467" y="395979"/>
                  </a:lnTo>
                  <a:lnTo>
                    <a:pt x="2223998" y="363420"/>
                  </a:lnTo>
                  <a:lnTo>
                    <a:pt x="2189715" y="332889"/>
                  </a:lnTo>
                  <a:lnTo>
                    <a:pt x="2194795" y="326158"/>
                  </a:lnTo>
                  <a:lnTo>
                    <a:pt x="2199113" y="319300"/>
                  </a:lnTo>
                  <a:lnTo>
                    <a:pt x="2202415" y="312188"/>
                  </a:lnTo>
                  <a:lnTo>
                    <a:pt x="2212127" y="276133"/>
                  </a:lnTo>
                  <a:lnTo>
                    <a:pt x="2207322" y="240915"/>
                  </a:lnTo>
                  <a:lnTo>
                    <a:pt x="2158850" y="177648"/>
                  </a:lnTo>
                  <a:lnTo>
                    <a:pt x="2117528" y="151927"/>
                  </a:lnTo>
                  <a:lnTo>
                    <a:pt x="2066381" y="131701"/>
                  </a:lnTo>
                  <a:lnTo>
                    <a:pt x="2006581" y="118132"/>
                  </a:lnTo>
                  <a:lnTo>
                    <a:pt x="1995115" y="94228"/>
                  </a:lnTo>
                  <a:lnTo>
                    <a:pt x="1951752" y="51802"/>
                  </a:lnTo>
                  <a:lnTo>
                    <a:pt x="1878448" y="17731"/>
                  </a:lnTo>
                  <a:lnTo>
                    <a:pt x="1832482" y="6711"/>
                  </a:lnTo>
                  <a:lnTo>
                    <a:pt x="1784399" y="1058"/>
                  </a:lnTo>
                  <a:lnTo>
                    <a:pt x="1735642" y="705"/>
                  </a:lnTo>
                  <a:lnTo>
                    <a:pt x="1687653" y="5584"/>
                  </a:lnTo>
                  <a:lnTo>
                    <a:pt x="1641874" y="15629"/>
                  </a:lnTo>
                  <a:lnTo>
                    <a:pt x="1599748" y="30773"/>
                  </a:lnTo>
                  <a:lnTo>
                    <a:pt x="1562716" y="50949"/>
                  </a:lnTo>
                  <a:lnTo>
                    <a:pt x="1545700" y="39704"/>
                  </a:lnTo>
                  <a:lnTo>
                    <a:pt x="1526600" y="29661"/>
                  </a:lnTo>
                  <a:lnTo>
                    <a:pt x="1505619" y="20927"/>
                  </a:lnTo>
                  <a:lnTo>
                    <a:pt x="1482960" y="13611"/>
                  </a:lnTo>
                  <a:lnTo>
                    <a:pt x="1433441" y="3436"/>
                  </a:lnTo>
                  <a:lnTo>
                    <a:pt x="1382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86549" y="3105889"/>
              <a:ext cx="2263140" cy="939165"/>
            </a:xfrm>
            <a:custGeom>
              <a:avLst/>
              <a:gdLst/>
              <a:ahLst/>
              <a:cxnLst/>
              <a:rect l="l" t="t" r="r" b="b"/>
              <a:pathLst>
                <a:path w="2263140" h="939164">
                  <a:moveTo>
                    <a:pt x="205975" y="309267"/>
                  </a:moveTo>
                  <a:lnTo>
                    <a:pt x="211261" y="238512"/>
                  </a:lnTo>
                  <a:lnTo>
                    <a:pt x="257619" y="175421"/>
                  </a:lnTo>
                  <a:lnTo>
                    <a:pt x="294064" y="148332"/>
                  </a:lnTo>
                  <a:lnTo>
                    <a:pt x="338215" y="125061"/>
                  </a:lnTo>
                  <a:lnTo>
                    <a:pt x="389217" y="106239"/>
                  </a:lnTo>
                  <a:lnTo>
                    <a:pt x="446218" y="92500"/>
                  </a:lnTo>
                  <a:lnTo>
                    <a:pt x="508362" y="84477"/>
                  </a:lnTo>
                  <a:lnTo>
                    <a:pt x="555428" y="82621"/>
                  </a:lnTo>
                  <a:lnTo>
                    <a:pt x="602189" y="84319"/>
                  </a:lnTo>
                  <a:lnTo>
                    <a:pt x="648036" y="89497"/>
                  </a:lnTo>
                  <a:lnTo>
                    <a:pt x="692359" y="98083"/>
                  </a:lnTo>
                  <a:lnTo>
                    <a:pt x="734549" y="110004"/>
                  </a:lnTo>
                  <a:lnTo>
                    <a:pt x="765967" y="83420"/>
                  </a:lnTo>
                  <a:lnTo>
                    <a:pt x="804917" y="61565"/>
                  </a:lnTo>
                  <a:lnTo>
                    <a:pt x="849882" y="44706"/>
                  </a:lnTo>
                  <a:lnTo>
                    <a:pt x="899347" y="33106"/>
                  </a:lnTo>
                  <a:lnTo>
                    <a:pt x="951794" y="27030"/>
                  </a:lnTo>
                  <a:lnTo>
                    <a:pt x="1005708" y="26744"/>
                  </a:lnTo>
                  <a:lnTo>
                    <a:pt x="1059570" y="32512"/>
                  </a:lnTo>
                  <a:lnTo>
                    <a:pt x="1111866" y="44599"/>
                  </a:lnTo>
                  <a:lnTo>
                    <a:pt x="1161818" y="63834"/>
                  </a:lnTo>
                  <a:lnTo>
                    <a:pt x="1176763" y="71523"/>
                  </a:lnTo>
                  <a:lnTo>
                    <a:pt x="1205521" y="46568"/>
                  </a:lnTo>
                  <a:lnTo>
                    <a:pt x="1242343" y="26585"/>
                  </a:lnTo>
                  <a:lnTo>
                    <a:pt x="1285388" y="11927"/>
                  </a:lnTo>
                  <a:lnTo>
                    <a:pt x="1332813" y="2948"/>
                  </a:lnTo>
                  <a:lnTo>
                    <a:pt x="1382779" y="0"/>
                  </a:lnTo>
                  <a:lnTo>
                    <a:pt x="1433441" y="3436"/>
                  </a:lnTo>
                  <a:lnTo>
                    <a:pt x="1482960" y="13611"/>
                  </a:lnTo>
                  <a:lnTo>
                    <a:pt x="1526600" y="29661"/>
                  </a:lnTo>
                  <a:lnTo>
                    <a:pt x="1562716" y="50949"/>
                  </a:lnTo>
                  <a:lnTo>
                    <a:pt x="1599748" y="30773"/>
                  </a:lnTo>
                  <a:lnTo>
                    <a:pt x="1641874" y="15629"/>
                  </a:lnTo>
                  <a:lnTo>
                    <a:pt x="1687653" y="5584"/>
                  </a:lnTo>
                  <a:lnTo>
                    <a:pt x="1735642" y="705"/>
                  </a:lnTo>
                  <a:lnTo>
                    <a:pt x="1784399" y="1058"/>
                  </a:lnTo>
                  <a:lnTo>
                    <a:pt x="1832482" y="6711"/>
                  </a:lnTo>
                  <a:lnTo>
                    <a:pt x="1878448" y="17731"/>
                  </a:lnTo>
                  <a:lnTo>
                    <a:pt x="1920856" y="34185"/>
                  </a:lnTo>
                  <a:lnTo>
                    <a:pt x="1976672" y="71968"/>
                  </a:lnTo>
                  <a:lnTo>
                    <a:pt x="2006581" y="118132"/>
                  </a:lnTo>
                  <a:lnTo>
                    <a:pt x="2066381" y="131701"/>
                  </a:lnTo>
                  <a:lnTo>
                    <a:pt x="2117528" y="151927"/>
                  </a:lnTo>
                  <a:lnTo>
                    <a:pt x="2158850" y="177648"/>
                  </a:lnTo>
                  <a:lnTo>
                    <a:pt x="2189172" y="207699"/>
                  </a:lnTo>
                  <a:lnTo>
                    <a:pt x="2212127" y="276133"/>
                  </a:lnTo>
                  <a:lnTo>
                    <a:pt x="2202415" y="312188"/>
                  </a:lnTo>
                  <a:lnTo>
                    <a:pt x="2199113" y="319300"/>
                  </a:lnTo>
                  <a:lnTo>
                    <a:pt x="2194795" y="326158"/>
                  </a:lnTo>
                  <a:lnTo>
                    <a:pt x="2189715" y="332889"/>
                  </a:lnTo>
                  <a:lnTo>
                    <a:pt x="2223998" y="363420"/>
                  </a:lnTo>
                  <a:lnTo>
                    <a:pt x="2247467" y="395979"/>
                  </a:lnTo>
                  <a:lnTo>
                    <a:pt x="2260308" y="429771"/>
                  </a:lnTo>
                  <a:lnTo>
                    <a:pt x="2262703" y="464003"/>
                  </a:lnTo>
                  <a:lnTo>
                    <a:pt x="2254837" y="497878"/>
                  </a:lnTo>
                  <a:lnTo>
                    <a:pt x="2209056" y="561386"/>
                  </a:lnTo>
                  <a:lnTo>
                    <a:pt x="2171509" y="589430"/>
                  </a:lnTo>
                  <a:lnTo>
                    <a:pt x="2124437" y="613940"/>
                  </a:lnTo>
                  <a:lnTo>
                    <a:pt x="2086666" y="628253"/>
                  </a:lnTo>
                  <a:lnTo>
                    <a:pt x="2046109" y="639673"/>
                  </a:lnTo>
                  <a:lnTo>
                    <a:pt x="2003314" y="648069"/>
                  </a:lnTo>
                  <a:lnTo>
                    <a:pt x="1958829" y="653310"/>
                  </a:lnTo>
                  <a:lnTo>
                    <a:pt x="1952169" y="687718"/>
                  </a:lnTo>
                  <a:lnTo>
                    <a:pt x="1905722" y="748623"/>
                  </a:lnTo>
                  <a:lnTo>
                    <a:pt x="1868389" y="773754"/>
                  </a:lnTo>
                  <a:lnTo>
                    <a:pt x="1823287" y="794425"/>
                  </a:lnTo>
                  <a:lnTo>
                    <a:pt x="1771645" y="809955"/>
                  </a:lnTo>
                  <a:lnTo>
                    <a:pt x="1714689" y="819659"/>
                  </a:lnTo>
                  <a:lnTo>
                    <a:pt x="1653648" y="822855"/>
                  </a:lnTo>
                  <a:lnTo>
                    <a:pt x="1612123" y="821057"/>
                  </a:lnTo>
                  <a:lnTo>
                    <a:pt x="1571574" y="816092"/>
                  </a:lnTo>
                  <a:lnTo>
                    <a:pt x="1532597" y="808032"/>
                  </a:lnTo>
                  <a:lnTo>
                    <a:pt x="1495787" y="796947"/>
                  </a:lnTo>
                  <a:lnTo>
                    <a:pt x="1474765" y="827294"/>
                  </a:lnTo>
                  <a:lnTo>
                    <a:pt x="1446214" y="854599"/>
                  </a:lnTo>
                  <a:lnTo>
                    <a:pt x="1411038" y="878588"/>
                  </a:lnTo>
                  <a:lnTo>
                    <a:pt x="1370142" y="898986"/>
                  </a:lnTo>
                  <a:lnTo>
                    <a:pt x="1324432" y="915517"/>
                  </a:lnTo>
                  <a:lnTo>
                    <a:pt x="1274813" y="927907"/>
                  </a:lnTo>
                  <a:lnTo>
                    <a:pt x="1222190" y="935881"/>
                  </a:lnTo>
                  <a:lnTo>
                    <a:pt x="1167468" y="939163"/>
                  </a:lnTo>
                  <a:lnTo>
                    <a:pt x="1111554" y="937478"/>
                  </a:lnTo>
                  <a:lnTo>
                    <a:pt x="1055351" y="930551"/>
                  </a:lnTo>
                  <a:lnTo>
                    <a:pt x="998856" y="917796"/>
                  </a:lnTo>
                  <a:lnTo>
                    <a:pt x="947432" y="899849"/>
                  </a:lnTo>
                  <a:lnTo>
                    <a:pt x="902153" y="877187"/>
                  </a:lnTo>
                  <a:lnTo>
                    <a:pt x="864089" y="850287"/>
                  </a:lnTo>
                  <a:lnTo>
                    <a:pt x="815227" y="864503"/>
                  </a:lnTo>
                  <a:lnTo>
                    <a:pt x="764650" y="874636"/>
                  </a:lnTo>
                  <a:lnTo>
                    <a:pt x="713018" y="880781"/>
                  </a:lnTo>
                  <a:lnTo>
                    <a:pt x="660992" y="883030"/>
                  </a:lnTo>
                  <a:lnTo>
                    <a:pt x="609232" y="881475"/>
                  </a:lnTo>
                  <a:lnTo>
                    <a:pt x="558400" y="876211"/>
                  </a:lnTo>
                  <a:lnTo>
                    <a:pt x="509154" y="867330"/>
                  </a:lnTo>
                  <a:lnTo>
                    <a:pt x="462157" y="854925"/>
                  </a:lnTo>
                  <a:lnTo>
                    <a:pt x="418069" y="839089"/>
                  </a:lnTo>
                  <a:lnTo>
                    <a:pt x="377549" y="819916"/>
                  </a:lnTo>
                  <a:lnTo>
                    <a:pt x="341260" y="797498"/>
                  </a:lnTo>
                  <a:lnTo>
                    <a:pt x="309861" y="771928"/>
                  </a:lnTo>
                  <a:lnTo>
                    <a:pt x="308464" y="770531"/>
                  </a:lnTo>
                  <a:lnTo>
                    <a:pt x="306940" y="769134"/>
                  </a:lnTo>
                  <a:lnTo>
                    <a:pt x="305543" y="767737"/>
                  </a:lnTo>
                  <a:lnTo>
                    <a:pt x="244381" y="767198"/>
                  </a:lnTo>
                  <a:lnTo>
                    <a:pt x="187597" y="757920"/>
                  </a:lnTo>
                  <a:lnTo>
                    <a:pt x="137601" y="740988"/>
                  </a:lnTo>
                  <a:lnTo>
                    <a:pt x="96802" y="717483"/>
                  </a:lnTo>
                  <a:lnTo>
                    <a:pt x="67609" y="688488"/>
                  </a:lnTo>
                  <a:lnTo>
                    <a:pt x="52031" y="627031"/>
                  </a:lnTo>
                  <a:lnTo>
                    <a:pt x="62274" y="599891"/>
                  </a:lnTo>
                  <a:lnTo>
                    <a:pt x="82614" y="574632"/>
                  </a:lnTo>
                  <a:lnTo>
                    <a:pt x="112503" y="552218"/>
                  </a:lnTo>
                  <a:lnTo>
                    <a:pt x="64457" y="530877"/>
                  </a:lnTo>
                  <a:lnTo>
                    <a:pt x="29172" y="504043"/>
                  </a:lnTo>
                  <a:lnTo>
                    <a:pt x="7426" y="473399"/>
                  </a:lnTo>
                  <a:lnTo>
                    <a:pt x="0" y="440627"/>
                  </a:lnTo>
                  <a:lnTo>
                    <a:pt x="7672" y="407412"/>
                  </a:lnTo>
                  <a:lnTo>
                    <a:pt x="31223" y="375434"/>
                  </a:lnTo>
                  <a:lnTo>
                    <a:pt x="63516" y="351139"/>
                  </a:lnTo>
                  <a:lnTo>
                    <a:pt x="104311" y="332048"/>
                  </a:lnTo>
                  <a:lnTo>
                    <a:pt x="151773" y="318838"/>
                  </a:lnTo>
                  <a:lnTo>
                    <a:pt x="204070" y="312188"/>
                  </a:lnTo>
                  <a:lnTo>
                    <a:pt x="205975" y="309267"/>
                  </a:lnTo>
                  <a:close/>
                </a:path>
                <a:path w="2263140" h="939164">
                  <a:moveTo>
                    <a:pt x="247377" y="565807"/>
                  </a:moveTo>
                  <a:lnTo>
                    <a:pt x="212803" y="565841"/>
                  </a:lnTo>
                  <a:lnTo>
                    <a:pt x="178813" y="562934"/>
                  </a:lnTo>
                  <a:lnTo>
                    <a:pt x="145989" y="557145"/>
                  </a:lnTo>
                  <a:lnTo>
                    <a:pt x="114916" y="548535"/>
                  </a:lnTo>
                </a:path>
                <a:path w="2263140" h="939164">
                  <a:moveTo>
                    <a:pt x="364344" y="755418"/>
                  </a:moveTo>
                  <a:lnTo>
                    <a:pt x="350257" y="758297"/>
                  </a:lnTo>
                  <a:lnTo>
                    <a:pt x="335848" y="760641"/>
                  </a:lnTo>
                  <a:lnTo>
                    <a:pt x="321178" y="762437"/>
                  </a:lnTo>
                  <a:lnTo>
                    <a:pt x="306305" y="763673"/>
                  </a:lnTo>
                </a:path>
                <a:path w="2263140" h="939164">
                  <a:moveTo>
                    <a:pt x="863962" y="846477"/>
                  </a:moveTo>
                  <a:lnTo>
                    <a:pt x="853915" y="837403"/>
                  </a:lnTo>
                  <a:lnTo>
                    <a:pt x="844737" y="828078"/>
                  </a:lnTo>
                  <a:lnTo>
                    <a:pt x="836440" y="818491"/>
                  </a:lnTo>
                  <a:lnTo>
                    <a:pt x="829037" y="808631"/>
                  </a:lnTo>
                </a:path>
                <a:path w="2263140" h="939164">
                  <a:moveTo>
                    <a:pt x="1510011" y="752116"/>
                  </a:moveTo>
                  <a:lnTo>
                    <a:pt x="1507989" y="762659"/>
                  </a:lnTo>
                  <a:lnTo>
                    <a:pt x="1504978" y="773119"/>
                  </a:lnTo>
                  <a:lnTo>
                    <a:pt x="1500992" y="783459"/>
                  </a:lnTo>
                  <a:lnTo>
                    <a:pt x="1496041" y="793645"/>
                  </a:lnTo>
                </a:path>
                <a:path w="2263140" h="939164">
                  <a:moveTo>
                    <a:pt x="1787379" y="495830"/>
                  </a:moveTo>
                  <a:lnTo>
                    <a:pt x="1845445" y="516700"/>
                  </a:lnTo>
                  <a:lnTo>
                    <a:pt x="1892856" y="543885"/>
                  </a:lnTo>
                  <a:lnTo>
                    <a:pt x="1928251" y="576142"/>
                  </a:lnTo>
                  <a:lnTo>
                    <a:pt x="1950272" y="612227"/>
                  </a:lnTo>
                  <a:lnTo>
                    <a:pt x="1957559" y="650897"/>
                  </a:lnTo>
                </a:path>
                <a:path w="2263140" h="939164">
                  <a:moveTo>
                    <a:pt x="2188572" y="330603"/>
                  </a:moveTo>
                  <a:lnTo>
                    <a:pt x="2174244" y="346960"/>
                  </a:lnTo>
                  <a:lnTo>
                    <a:pt x="2156726" y="362210"/>
                  </a:lnTo>
                  <a:lnTo>
                    <a:pt x="2136208" y="376198"/>
                  </a:lnTo>
                  <a:lnTo>
                    <a:pt x="2112880" y="388769"/>
                  </a:lnTo>
                </a:path>
                <a:path w="2263140" h="939164">
                  <a:moveTo>
                    <a:pt x="2006835" y="114830"/>
                  </a:moveTo>
                  <a:lnTo>
                    <a:pt x="2008738" y="121690"/>
                  </a:lnTo>
                  <a:lnTo>
                    <a:pt x="2010057" y="128562"/>
                  </a:lnTo>
                  <a:lnTo>
                    <a:pt x="2010782" y="135458"/>
                  </a:lnTo>
                  <a:lnTo>
                    <a:pt x="2010899" y="142389"/>
                  </a:lnTo>
                </a:path>
                <a:path w="2263140" h="939164">
                  <a:moveTo>
                    <a:pt x="1523219" y="82826"/>
                  </a:moveTo>
                  <a:lnTo>
                    <a:pt x="1531164" y="73492"/>
                  </a:lnTo>
                  <a:lnTo>
                    <a:pt x="1540300" y="64538"/>
                  </a:lnTo>
                  <a:lnTo>
                    <a:pt x="1550579" y="55966"/>
                  </a:lnTo>
                  <a:lnTo>
                    <a:pt x="1561954" y="47774"/>
                  </a:lnTo>
                </a:path>
                <a:path w="2263140" h="939164">
                  <a:moveTo>
                    <a:pt x="1160253" y="99590"/>
                  </a:moveTo>
                  <a:lnTo>
                    <a:pt x="1163707" y="91760"/>
                  </a:lnTo>
                  <a:lnTo>
                    <a:pt x="1167984" y="84096"/>
                  </a:lnTo>
                  <a:lnTo>
                    <a:pt x="1173094" y="76623"/>
                  </a:lnTo>
                  <a:lnTo>
                    <a:pt x="1179049" y="69364"/>
                  </a:lnTo>
                </a:path>
                <a:path w="2263140" h="939164">
                  <a:moveTo>
                    <a:pt x="734295" y="109750"/>
                  </a:moveTo>
                  <a:lnTo>
                    <a:pt x="752485" y="116227"/>
                  </a:lnTo>
                  <a:lnTo>
                    <a:pt x="769902" y="123276"/>
                  </a:lnTo>
                  <a:lnTo>
                    <a:pt x="786533" y="130896"/>
                  </a:lnTo>
                  <a:lnTo>
                    <a:pt x="802367" y="139087"/>
                  </a:lnTo>
                </a:path>
                <a:path w="2263140" h="939164">
                  <a:moveTo>
                    <a:pt x="217786" y="340128"/>
                  </a:moveTo>
                  <a:lnTo>
                    <a:pt x="214029" y="332484"/>
                  </a:lnTo>
                  <a:lnTo>
                    <a:pt x="210785" y="324793"/>
                  </a:lnTo>
                  <a:lnTo>
                    <a:pt x="208088" y="317054"/>
                  </a:lnTo>
                  <a:lnTo>
                    <a:pt x="205975" y="309267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137785" y="3389121"/>
            <a:ext cx="109563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5016" y="4563870"/>
            <a:ext cx="10243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Client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004" y="4573016"/>
            <a:ext cx="1171195" cy="7665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38430">
              <a:lnSpc>
                <a:spcPts val="2810"/>
              </a:lnSpc>
              <a:spcBef>
                <a:spcPts val="250"/>
              </a:spcBef>
            </a:pP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Web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Server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38678" y="2044445"/>
            <a:ext cx="6085205" cy="2205355"/>
          </a:xfrm>
          <a:custGeom>
            <a:avLst/>
            <a:gdLst/>
            <a:ahLst/>
            <a:cxnLst/>
            <a:rect l="l" t="t" r="r" b="b"/>
            <a:pathLst>
              <a:path w="6085205" h="2205354">
                <a:moveTo>
                  <a:pt x="2959100" y="2007870"/>
                </a:moveTo>
                <a:lnTo>
                  <a:pt x="114300" y="2007870"/>
                </a:lnTo>
                <a:lnTo>
                  <a:pt x="114300" y="1969770"/>
                </a:lnTo>
                <a:lnTo>
                  <a:pt x="0" y="2026920"/>
                </a:lnTo>
                <a:lnTo>
                  <a:pt x="114300" y="2084070"/>
                </a:lnTo>
                <a:lnTo>
                  <a:pt x="114300" y="2045970"/>
                </a:lnTo>
                <a:lnTo>
                  <a:pt x="2959100" y="2045970"/>
                </a:lnTo>
                <a:lnTo>
                  <a:pt x="2959100" y="2007870"/>
                </a:lnTo>
                <a:close/>
              </a:path>
              <a:path w="6085205" h="2205354">
                <a:moveTo>
                  <a:pt x="2985008" y="1010412"/>
                </a:moveTo>
                <a:lnTo>
                  <a:pt x="2946908" y="991362"/>
                </a:lnTo>
                <a:lnTo>
                  <a:pt x="2870708" y="953262"/>
                </a:lnTo>
                <a:lnTo>
                  <a:pt x="2870708" y="991362"/>
                </a:lnTo>
                <a:lnTo>
                  <a:pt x="25908" y="991362"/>
                </a:lnTo>
                <a:lnTo>
                  <a:pt x="25908" y="1029462"/>
                </a:lnTo>
                <a:lnTo>
                  <a:pt x="2870708" y="1029462"/>
                </a:lnTo>
                <a:lnTo>
                  <a:pt x="2870708" y="1067562"/>
                </a:lnTo>
                <a:lnTo>
                  <a:pt x="2946908" y="1029462"/>
                </a:lnTo>
                <a:lnTo>
                  <a:pt x="2985008" y="1010412"/>
                </a:lnTo>
                <a:close/>
              </a:path>
              <a:path w="6085205" h="2205354">
                <a:moveTo>
                  <a:pt x="6082030" y="0"/>
                </a:moveTo>
                <a:lnTo>
                  <a:pt x="5954268" y="127"/>
                </a:lnTo>
                <a:lnTo>
                  <a:pt x="5971362" y="34213"/>
                </a:lnTo>
                <a:lnTo>
                  <a:pt x="3906647" y="1070356"/>
                </a:lnTo>
                <a:lnTo>
                  <a:pt x="3923665" y="1104519"/>
                </a:lnTo>
                <a:lnTo>
                  <a:pt x="5988443" y="68237"/>
                </a:lnTo>
                <a:lnTo>
                  <a:pt x="6005576" y="102362"/>
                </a:lnTo>
                <a:lnTo>
                  <a:pt x="6062865" y="25654"/>
                </a:lnTo>
                <a:lnTo>
                  <a:pt x="6082030" y="0"/>
                </a:lnTo>
                <a:close/>
              </a:path>
              <a:path w="6085205" h="2205354">
                <a:moveTo>
                  <a:pt x="6085205" y="2167763"/>
                </a:moveTo>
                <a:lnTo>
                  <a:pt x="4066070" y="1841881"/>
                </a:lnTo>
                <a:lnTo>
                  <a:pt x="4066565" y="1838833"/>
                </a:lnTo>
                <a:lnTo>
                  <a:pt x="4072128" y="1804289"/>
                </a:lnTo>
                <a:lnTo>
                  <a:pt x="3950208" y="1842516"/>
                </a:lnTo>
                <a:lnTo>
                  <a:pt x="4053967" y="1917192"/>
                </a:lnTo>
                <a:lnTo>
                  <a:pt x="4060012" y="1879587"/>
                </a:lnTo>
                <a:lnTo>
                  <a:pt x="6079236" y="2205355"/>
                </a:lnTo>
                <a:lnTo>
                  <a:pt x="6085205" y="216776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11015" y="2500629"/>
            <a:ext cx="1042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request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1015" y="4073144"/>
            <a:ext cx="1279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response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213850" y="1365250"/>
            <a:ext cx="1460500" cy="1352550"/>
            <a:chOff x="9213850" y="1365250"/>
            <a:chExt cx="1460500" cy="1352550"/>
          </a:xfrm>
        </p:grpSpPr>
        <p:sp>
          <p:nvSpPr>
            <p:cNvPr id="15" name="object 15"/>
            <p:cNvSpPr/>
            <p:nvPr/>
          </p:nvSpPr>
          <p:spPr>
            <a:xfrm>
              <a:off x="9220200" y="1371600"/>
              <a:ext cx="1447800" cy="1339850"/>
            </a:xfrm>
            <a:custGeom>
              <a:avLst/>
              <a:gdLst/>
              <a:ahLst/>
              <a:cxnLst/>
              <a:rect l="l" t="t" r="r" b="b"/>
              <a:pathLst>
                <a:path w="1447800" h="1339850">
                  <a:moveTo>
                    <a:pt x="1246377" y="228473"/>
                  </a:moveTo>
                  <a:lnTo>
                    <a:pt x="0" y="228473"/>
                  </a:lnTo>
                  <a:lnTo>
                    <a:pt x="0" y="1291844"/>
                  </a:lnTo>
                  <a:lnTo>
                    <a:pt x="56636" y="1306436"/>
                  </a:lnTo>
                  <a:lnTo>
                    <a:pt x="109849" y="1318171"/>
                  </a:lnTo>
                  <a:lnTo>
                    <a:pt x="159867" y="1327205"/>
                  </a:lnTo>
                  <a:lnTo>
                    <a:pt x="206918" y="1333696"/>
                  </a:lnTo>
                  <a:lnTo>
                    <a:pt x="251230" y="1337800"/>
                  </a:lnTo>
                  <a:lnTo>
                    <a:pt x="293032" y="1339675"/>
                  </a:lnTo>
                  <a:lnTo>
                    <a:pt x="332552" y="1339478"/>
                  </a:lnTo>
                  <a:lnTo>
                    <a:pt x="405658" y="1333494"/>
                  </a:lnTo>
                  <a:lnTo>
                    <a:pt x="472374" y="1321104"/>
                  </a:lnTo>
                  <a:lnTo>
                    <a:pt x="534526" y="1303565"/>
                  </a:lnTo>
                  <a:lnTo>
                    <a:pt x="593938" y="1282132"/>
                  </a:lnTo>
                  <a:lnTo>
                    <a:pt x="742471" y="1219761"/>
                  </a:lnTo>
                  <a:lnTo>
                    <a:pt x="774003" y="1207036"/>
                  </a:lnTo>
                  <a:lnTo>
                    <a:pt x="840719" y="1182591"/>
                  </a:lnTo>
                  <a:lnTo>
                    <a:pt x="913825" y="1160534"/>
                  </a:lnTo>
                  <a:lnTo>
                    <a:pt x="953345" y="1150793"/>
                  </a:lnTo>
                  <a:lnTo>
                    <a:pt x="995147" y="1142119"/>
                  </a:lnTo>
                  <a:lnTo>
                    <a:pt x="1039459" y="1134671"/>
                  </a:lnTo>
                  <a:lnTo>
                    <a:pt x="1086510" y="1128605"/>
                  </a:lnTo>
                  <a:lnTo>
                    <a:pt x="1136528" y="1124077"/>
                  </a:lnTo>
                  <a:lnTo>
                    <a:pt x="1189741" y="1121245"/>
                  </a:lnTo>
                  <a:lnTo>
                    <a:pt x="1246377" y="1120266"/>
                  </a:lnTo>
                  <a:lnTo>
                    <a:pt x="1246377" y="228473"/>
                  </a:lnTo>
                  <a:close/>
                </a:path>
                <a:path w="1447800" h="1339850">
                  <a:moveTo>
                    <a:pt x="1340611" y="112775"/>
                  </a:moveTo>
                  <a:lnTo>
                    <a:pt x="102743" y="112775"/>
                  </a:lnTo>
                  <a:lnTo>
                    <a:pt x="102743" y="228473"/>
                  </a:lnTo>
                  <a:lnTo>
                    <a:pt x="1246377" y="228473"/>
                  </a:lnTo>
                  <a:lnTo>
                    <a:pt x="1246377" y="1016380"/>
                  </a:lnTo>
                  <a:lnTo>
                    <a:pt x="1254476" y="1015408"/>
                  </a:lnTo>
                  <a:lnTo>
                    <a:pt x="1275826" y="1013269"/>
                  </a:lnTo>
                  <a:lnTo>
                    <a:pt x="1306010" y="1011130"/>
                  </a:lnTo>
                  <a:lnTo>
                    <a:pt x="1340611" y="1010158"/>
                  </a:lnTo>
                  <a:lnTo>
                    <a:pt x="1340611" y="112775"/>
                  </a:lnTo>
                  <a:close/>
                </a:path>
                <a:path w="1447800" h="1339850">
                  <a:moveTo>
                    <a:pt x="1447800" y="0"/>
                  </a:moveTo>
                  <a:lnTo>
                    <a:pt x="199263" y="0"/>
                  </a:lnTo>
                  <a:lnTo>
                    <a:pt x="199263" y="112775"/>
                  </a:lnTo>
                  <a:lnTo>
                    <a:pt x="1340611" y="112775"/>
                  </a:lnTo>
                  <a:lnTo>
                    <a:pt x="1340611" y="899287"/>
                  </a:lnTo>
                  <a:lnTo>
                    <a:pt x="1349823" y="898552"/>
                  </a:lnTo>
                  <a:lnTo>
                    <a:pt x="1374108" y="896937"/>
                  </a:lnTo>
                  <a:lnTo>
                    <a:pt x="1408441" y="895322"/>
                  </a:lnTo>
                  <a:lnTo>
                    <a:pt x="1447800" y="894588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20200" y="1371600"/>
              <a:ext cx="1447800" cy="1339850"/>
            </a:xfrm>
            <a:custGeom>
              <a:avLst/>
              <a:gdLst/>
              <a:ahLst/>
              <a:cxnLst/>
              <a:rect l="l" t="t" r="r" b="b"/>
              <a:pathLst>
                <a:path w="1447800" h="1339850">
                  <a:moveTo>
                    <a:pt x="0" y="228473"/>
                  </a:moveTo>
                  <a:lnTo>
                    <a:pt x="1246377" y="228473"/>
                  </a:lnTo>
                  <a:lnTo>
                    <a:pt x="1246377" y="1120266"/>
                  </a:lnTo>
                  <a:lnTo>
                    <a:pt x="1189741" y="1121245"/>
                  </a:lnTo>
                  <a:lnTo>
                    <a:pt x="1136528" y="1124077"/>
                  </a:lnTo>
                  <a:lnTo>
                    <a:pt x="1086510" y="1128605"/>
                  </a:lnTo>
                  <a:lnTo>
                    <a:pt x="1039459" y="1134671"/>
                  </a:lnTo>
                  <a:lnTo>
                    <a:pt x="995147" y="1142119"/>
                  </a:lnTo>
                  <a:lnTo>
                    <a:pt x="953345" y="1150793"/>
                  </a:lnTo>
                  <a:lnTo>
                    <a:pt x="913825" y="1160534"/>
                  </a:lnTo>
                  <a:lnTo>
                    <a:pt x="876359" y="1171186"/>
                  </a:lnTo>
                  <a:lnTo>
                    <a:pt x="806676" y="1194594"/>
                  </a:lnTo>
                  <a:lnTo>
                    <a:pt x="742471" y="1219761"/>
                  </a:lnTo>
                  <a:lnTo>
                    <a:pt x="681917" y="1245431"/>
                  </a:lnTo>
                  <a:lnTo>
                    <a:pt x="652439" y="1258063"/>
                  </a:lnTo>
                  <a:lnTo>
                    <a:pt x="623188" y="1270349"/>
                  </a:lnTo>
                  <a:lnTo>
                    <a:pt x="564460" y="1293257"/>
                  </a:lnTo>
                  <a:lnTo>
                    <a:pt x="503906" y="1312900"/>
                  </a:lnTo>
                  <a:lnTo>
                    <a:pt x="439701" y="1328021"/>
                  </a:lnTo>
                  <a:lnTo>
                    <a:pt x="370018" y="1337365"/>
                  </a:lnTo>
                  <a:lnTo>
                    <a:pt x="293032" y="1339675"/>
                  </a:lnTo>
                  <a:lnTo>
                    <a:pt x="251230" y="1337800"/>
                  </a:lnTo>
                  <a:lnTo>
                    <a:pt x="206918" y="1333696"/>
                  </a:lnTo>
                  <a:lnTo>
                    <a:pt x="159867" y="1327205"/>
                  </a:lnTo>
                  <a:lnTo>
                    <a:pt x="109849" y="1318171"/>
                  </a:lnTo>
                  <a:lnTo>
                    <a:pt x="56636" y="1306436"/>
                  </a:lnTo>
                  <a:lnTo>
                    <a:pt x="0" y="1291844"/>
                  </a:lnTo>
                  <a:lnTo>
                    <a:pt x="0" y="228473"/>
                  </a:lnTo>
                  <a:close/>
                </a:path>
                <a:path w="1447800" h="1339850">
                  <a:moveTo>
                    <a:pt x="102743" y="228473"/>
                  </a:moveTo>
                  <a:lnTo>
                    <a:pt x="102743" y="112775"/>
                  </a:lnTo>
                  <a:lnTo>
                    <a:pt x="1340611" y="112775"/>
                  </a:lnTo>
                  <a:lnTo>
                    <a:pt x="1340611" y="1010158"/>
                  </a:lnTo>
                  <a:lnTo>
                    <a:pt x="1306010" y="1011130"/>
                  </a:lnTo>
                  <a:lnTo>
                    <a:pt x="1275826" y="1013269"/>
                  </a:lnTo>
                  <a:lnTo>
                    <a:pt x="1254476" y="1015408"/>
                  </a:lnTo>
                  <a:lnTo>
                    <a:pt x="1246377" y="1016380"/>
                  </a:lnTo>
                </a:path>
                <a:path w="1447800" h="1339850">
                  <a:moveTo>
                    <a:pt x="199263" y="112775"/>
                  </a:moveTo>
                  <a:lnTo>
                    <a:pt x="199263" y="0"/>
                  </a:lnTo>
                  <a:lnTo>
                    <a:pt x="1447800" y="0"/>
                  </a:lnTo>
                  <a:lnTo>
                    <a:pt x="1447800" y="894588"/>
                  </a:lnTo>
                  <a:lnTo>
                    <a:pt x="1408441" y="895322"/>
                  </a:lnTo>
                  <a:lnTo>
                    <a:pt x="1374108" y="896937"/>
                  </a:lnTo>
                  <a:lnTo>
                    <a:pt x="1349823" y="898552"/>
                  </a:lnTo>
                  <a:lnTo>
                    <a:pt x="1340611" y="899287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386060" y="1683766"/>
            <a:ext cx="1108203" cy="8810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30504" marR="5080" indent="-218440">
              <a:lnSpc>
                <a:spcPts val="3279"/>
              </a:lnSpc>
              <a:spcBef>
                <a:spcPts val="270"/>
              </a:spcBef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Static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20200" y="3352800"/>
            <a:ext cx="2209800" cy="1371600"/>
          </a:xfrm>
          <a:prstGeom prst="rect">
            <a:avLst/>
          </a:prstGeom>
          <a:solidFill>
            <a:srgbClr val="5B9BD4"/>
          </a:solidFill>
          <a:ln w="12700">
            <a:solidFill>
              <a:srgbClr val="41709C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74320" marR="266700" algn="ctr">
              <a:lnSpc>
                <a:spcPct val="98800"/>
              </a:lnSpc>
              <a:spcBef>
                <a:spcPts val="330"/>
              </a:spcBef>
            </a:pP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Web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container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Servlet,jsp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3641" y="3464178"/>
            <a:ext cx="2169160" cy="281940"/>
          </a:xfrm>
          <a:custGeom>
            <a:avLst/>
            <a:gdLst/>
            <a:ahLst/>
            <a:cxnLst/>
            <a:rect l="l" t="t" r="r" b="b"/>
            <a:pathLst>
              <a:path w="2169159" h="281939">
                <a:moveTo>
                  <a:pt x="2053204" y="243971"/>
                </a:moveTo>
                <a:lnTo>
                  <a:pt x="2049399" y="281813"/>
                </a:lnTo>
                <a:lnTo>
                  <a:pt x="2143769" y="245872"/>
                </a:lnTo>
                <a:lnTo>
                  <a:pt x="2072131" y="245872"/>
                </a:lnTo>
                <a:lnTo>
                  <a:pt x="2053204" y="243971"/>
                </a:lnTo>
                <a:close/>
              </a:path>
              <a:path w="2169159" h="281939">
                <a:moveTo>
                  <a:pt x="2057022" y="206000"/>
                </a:moveTo>
                <a:lnTo>
                  <a:pt x="2053204" y="243971"/>
                </a:lnTo>
                <a:lnTo>
                  <a:pt x="2072131" y="245872"/>
                </a:lnTo>
                <a:lnTo>
                  <a:pt x="2075941" y="207899"/>
                </a:lnTo>
                <a:lnTo>
                  <a:pt x="2057022" y="206000"/>
                </a:lnTo>
                <a:close/>
              </a:path>
              <a:path w="2169159" h="281939">
                <a:moveTo>
                  <a:pt x="2060828" y="168148"/>
                </a:moveTo>
                <a:lnTo>
                  <a:pt x="2057022" y="206000"/>
                </a:lnTo>
                <a:lnTo>
                  <a:pt x="2075941" y="207899"/>
                </a:lnTo>
                <a:lnTo>
                  <a:pt x="2072131" y="245872"/>
                </a:lnTo>
                <a:lnTo>
                  <a:pt x="2143769" y="245872"/>
                </a:lnTo>
                <a:lnTo>
                  <a:pt x="2168779" y="236347"/>
                </a:lnTo>
                <a:lnTo>
                  <a:pt x="2060828" y="168148"/>
                </a:lnTo>
                <a:close/>
              </a:path>
              <a:path w="2169159" h="281939">
                <a:moveTo>
                  <a:pt x="3809" y="0"/>
                </a:moveTo>
                <a:lnTo>
                  <a:pt x="0" y="37846"/>
                </a:lnTo>
                <a:lnTo>
                  <a:pt x="2053204" y="243971"/>
                </a:lnTo>
                <a:lnTo>
                  <a:pt x="2057022" y="206000"/>
                </a:lnTo>
                <a:lnTo>
                  <a:pt x="38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7" y="91897"/>
            <a:ext cx="5431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Công</a:t>
            </a:r>
            <a:r>
              <a:rPr sz="4400" b="0" spc="-8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nghệ</a:t>
            </a: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Java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Servlets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930910"/>
            <a:ext cx="1119187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575"/>
              </a:spcBef>
              <a:buFont typeface="Arial"/>
              <a:buChar char="•"/>
              <a:tabLst>
                <a:tab pos="241935" algn="l"/>
              </a:tabLst>
            </a:pP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Chương</a:t>
            </a:r>
            <a:r>
              <a:rPr sz="4000" spc="-1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trình</a:t>
            </a:r>
            <a:r>
              <a:rPr sz="4000" spc="-1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chạy</a:t>
            </a:r>
            <a:r>
              <a:rPr sz="4000" spc="-13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trên</a:t>
            </a:r>
            <a:r>
              <a:rPr sz="4000" spc="-114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server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spc="-35" dirty="0">
                <a:solidFill>
                  <a:srgbClr val="333E50"/>
                </a:solidFill>
                <a:latin typeface="Calibri"/>
                <a:cs typeface="Calibri"/>
              </a:rPr>
              <a:t>Web</a:t>
            </a:r>
            <a:r>
              <a:rPr sz="4000" spc="-35" dirty="0">
                <a:latin typeface="Calibri"/>
                <a:cs typeface="Calibri"/>
              </a:rPr>
              <a:t>/</a:t>
            </a:r>
            <a:r>
              <a:rPr sz="4000" spc="-35" dirty="0">
                <a:solidFill>
                  <a:srgbClr val="333E50"/>
                </a:solidFill>
                <a:latin typeface="Calibri"/>
                <a:cs typeface="Calibri"/>
              </a:rPr>
              <a:t>Application</a:t>
            </a:r>
            <a:r>
              <a:rPr sz="4000" spc="-1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33E50"/>
                </a:solidFill>
                <a:latin typeface="Calibri"/>
                <a:cs typeface="Calibri"/>
              </a:rPr>
              <a:t>và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hoạt</a:t>
            </a:r>
            <a:r>
              <a:rPr sz="40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động</a:t>
            </a:r>
            <a:r>
              <a:rPr sz="40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như</a:t>
            </a:r>
            <a:r>
              <a:rPr sz="4000" spc="-9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một</a:t>
            </a:r>
            <a:r>
              <a:rPr sz="40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tầng</a:t>
            </a:r>
            <a:r>
              <a:rPr sz="4000" spc="-9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trung</a:t>
            </a:r>
            <a:r>
              <a:rPr sz="4000" spc="-9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gian</a:t>
            </a:r>
            <a:r>
              <a:rPr sz="40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giữa</a:t>
            </a:r>
            <a:r>
              <a:rPr sz="40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một</a:t>
            </a:r>
            <a:r>
              <a:rPr sz="40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yêu</a:t>
            </a:r>
            <a:r>
              <a:rPr sz="4000" spc="-1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33E50"/>
                </a:solidFill>
                <a:latin typeface="Calibri"/>
                <a:cs typeface="Calibri"/>
              </a:rPr>
              <a:t>cầu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đến</a:t>
            </a:r>
            <a:r>
              <a:rPr sz="4000" spc="-7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33E50"/>
                </a:solidFill>
                <a:latin typeface="Calibri"/>
                <a:cs typeface="Calibri"/>
              </a:rPr>
              <a:t>từ</a:t>
            </a:r>
            <a:r>
              <a:rPr sz="4000" spc="-7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web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browser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4229" y="3300729"/>
            <a:ext cx="1601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800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Client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202" y="5706376"/>
            <a:ext cx="672406" cy="6558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5830" y="5663002"/>
            <a:ext cx="712787" cy="71695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17447" y="4000500"/>
            <a:ext cx="5381625" cy="2364105"/>
            <a:chOff x="917447" y="4000500"/>
            <a:chExt cx="5381625" cy="23641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9289" y="5708182"/>
              <a:ext cx="654785" cy="6561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447" y="4021835"/>
              <a:ext cx="1871472" cy="11201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51782" y="4000500"/>
              <a:ext cx="1946910" cy="195072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350754" y="4024629"/>
            <a:ext cx="1437640" cy="1861820"/>
            <a:chOff x="10350754" y="4024629"/>
            <a:chExt cx="1437640" cy="1861820"/>
          </a:xfrm>
        </p:grpSpPr>
        <p:sp>
          <p:nvSpPr>
            <p:cNvPr id="12" name="object 12"/>
            <p:cNvSpPr/>
            <p:nvPr/>
          </p:nvSpPr>
          <p:spPr>
            <a:xfrm>
              <a:off x="10357104" y="4209033"/>
              <a:ext cx="1424940" cy="1670685"/>
            </a:xfrm>
            <a:custGeom>
              <a:avLst/>
              <a:gdLst/>
              <a:ahLst/>
              <a:cxnLst/>
              <a:rect l="l" t="t" r="r" b="b"/>
              <a:pathLst>
                <a:path w="1424940" h="1670685">
                  <a:moveTo>
                    <a:pt x="1424940" y="0"/>
                  </a:moveTo>
                  <a:lnTo>
                    <a:pt x="1410463" y="35914"/>
                  </a:lnTo>
                  <a:lnTo>
                    <a:pt x="1368944" y="69363"/>
                  </a:lnTo>
                  <a:lnTo>
                    <a:pt x="1303250" y="99630"/>
                  </a:lnTo>
                  <a:lnTo>
                    <a:pt x="1262233" y="113347"/>
                  </a:lnTo>
                  <a:lnTo>
                    <a:pt x="1216247" y="125999"/>
                  </a:lnTo>
                  <a:lnTo>
                    <a:pt x="1165650" y="137499"/>
                  </a:lnTo>
                  <a:lnTo>
                    <a:pt x="1110801" y="147755"/>
                  </a:lnTo>
                  <a:lnTo>
                    <a:pt x="1052057" y="156679"/>
                  </a:lnTo>
                  <a:lnTo>
                    <a:pt x="989778" y="164181"/>
                  </a:lnTo>
                  <a:lnTo>
                    <a:pt x="924321" y="170171"/>
                  </a:lnTo>
                  <a:lnTo>
                    <a:pt x="856045" y="174561"/>
                  </a:lnTo>
                  <a:lnTo>
                    <a:pt x="785309" y="177261"/>
                  </a:lnTo>
                  <a:lnTo>
                    <a:pt x="712470" y="178181"/>
                  </a:lnTo>
                  <a:lnTo>
                    <a:pt x="639630" y="177261"/>
                  </a:lnTo>
                  <a:lnTo>
                    <a:pt x="568894" y="174561"/>
                  </a:lnTo>
                  <a:lnTo>
                    <a:pt x="500618" y="170171"/>
                  </a:lnTo>
                  <a:lnTo>
                    <a:pt x="435161" y="164181"/>
                  </a:lnTo>
                  <a:lnTo>
                    <a:pt x="372882" y="156679"/>
                  </a:lnTo>
                  <a:lnTo>
                    <a:pt x="314138" y="147755"/>
                  </a:lnTo>
                  <a:lnTo>
                    <a:pt x="259289" y="137499"/>
                  </a:lnTo>
                  <a:lnTo>
                    <a:pt x="208692" y="125999"/>
                  </a:lnTo>
                  <a:lnTo>
                    <a:pt x="162706" y="113347"/>
                  </a:lnTo>
                  <a:lnTo>
                    <a:pt x="121689" y="99630"/>
                  </a:lnTo>
                  <a:lnTo>
                    <a:pt x="85999" y="84939"/>
                  </a:lnTo>
                  <a:lnTo>
                    <a:pt x="32034" y="52992"/>
                  </a:lnTo>
                  <a:lnTo>
                    <a:pt x="3678" y="18220"/>
                  </a:lnTo>
                  <a:lnTo>
                    <a:pt x="0" y="0"/>
                  </a:lnTo>
                  <a:lnTo>
                    <a:pt x="0" y="1492440"/>
                  </a:lnTo>
                  <a:lnTo>
                    <a:pt x="14476" y="1528338"/>
                  </a:lnTo>
                  <a:lnTo>
                    <a:pt x="55995" y="1561772"/>
                  </a:lnTo>
                  <a:lnTo>
                    <a:pt x="121689" y="1592028"/>
                  </a:lnTo>
                  <a:lnTo>
                    <a:pt x="162706" y="1605740"/>
                  </a:lnTo>
                  <a:lnTo>
                    <a:pt x="208692" y="1618389"/>
                  </a:lnTo>
                  <a:lnTo>
                    <a:pt x="259289" y="1629885"/>
                  </a:lnTo>
                  <a:lnTo>
                    <a:pt x="314138" y="1640139"/>
                  </a:lnTo>
                  <a:lnTo>
                    <a:pt x="372882" y="1649060"/>
                  </a:lnTo>
                  <a:lnTo>
                    <a:pt x="435161" y="1656561"/>
                  </a:lnTo>
                  <a:lnTo>
                    <a:pt x="500618" y="1662550"/>
                  </a:lnTo>
                  <a:lnTo>
                    <a:pt x="568894" y="1666939"/>
                  </a:lnTo>
                  <a:lnTo>
                    <a:pt x="639630" y="1669638"/>
                  </a:lnTo>
                  <a:lnTo>
                    <a:pt x="712470" y="1670558"/>
                  </a:lnTo>
                  <a:lnTo>
                    <a:pt x="785309" y="1669638"/>
                  </a:lnTo>
                  <a:lnTo>
                    <a:pt x="856045" y="1666939"/>
                  </a:lnTo>
                  <a:lnTo>
                    <a:pt x="924321" y="1662550"/>
                  </a:lnTo>
                  <a:lnTo>
                    <a:pt x="989778" y="1656561"/>
                  </a:lnTo>
                  <a:lnTo>
                    <a:pt x="1052057" y="1649060"/>
                  </a:lnTo>
                  <a:lnTo>
                    <a:pt x="1110801" y="1640139"/>
                  </a:lnTo>
                  <a:lnTo>
                    <a:pt x="1165650" y="1629885"/>
                  </a:lnTo>
                  <a:lnTo>
                    <a:pt x="1216247" y="1618389"/>
                  </a:lnTo>
                  <a:lnTo>
                    <a:pt x="1262233" y="1605740"/>
                  </a:lnTo>
                  <a:lnTo>
                    <a:pt x="1303250" y="1592028"/>
                  </a:lnTo>
                  <a:lnTo>
                    <a:pt x="1338940" y="1577343"/>
                  </a:lnTo>
                  <a:lnTo>
                    <a:pt x="1392905" y="1545408"/>
                  </a:lnTo>
                  <a:lnTo>
                    <a:pt x="1421261" y="1510652"/>
                  </a:lnTo>
                  <a:lnTo>
                    <a:pt x="1424940" y="1492440"/>
                  </a:lnTo>
                  <a:lnTo>
                    <a:pt x="1424940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57104" y="4030979"/>
              <a:ext cx="1424940" cy="356235"/>
            </a:xfrm>
            <a:custGeom>
              <a:avLst/>
              <a:gdLst/>
              <a:ahLst/>
              <a:cxnLst/>
              <a:rect l="l" t="t" r="r" b="b"/>
              <a:pathLst>
                <a:path w="1424940" h="356235">
                  <a:moveTo>
                    <a:pt x="712470" y="0"/>
                  </a:moveTo>
                  <a:lnTo>
                    <a:pt x="639630" y="919"/>
                  </a:lnTo>
                  <a:lnTo>
                    <a:pt x="568894" y="3619"/>
                  </a:lnTo>
                  <a:lnTo>
                    <a:pt x="500618" y="8008"/>
                  </a:lnTo>
                  <a:lnTo>
                    <a:pt x="435161" y="13997"/>
                  </a:lnTo>
                  <a:lnTo>
                    <a:pt x="372882" y="21497"/>
                  </a:lnTo>
                  <a:lnTo>
                    <a:pt x="314138" y="30418"/>
                  </a:lnTo>
                  <a:lnTo>
                    <a:pt x="259289" y="40671"/>
                  </a:lnTo>
                  <a:lnTo>
                    <a:pt x="208692" y="52165"/>
                  </a:lnTo>
                  <a:lnTo>
                    <a:pt x="162706" y="64811"/>
                  </a:lnTo>
                  <a:lnTo>
                    <a:pt x="121689" y="78519"/>
                  </a:lnTo>
                  <a:lnTo>
                    <a:pt x="85999" y="93199"/>
                  </a:lnTo>
                  <a:lnTo>
                    <a:pt x="32034" y="125120"/>
                  </a:lnTo>
                  <a:lnTo>
                    <a:pt x="3678" y="159855"/>
                  </a:lnTo>
                  <a:lnTo>
                    <a:pt x="0" y="178054"/>
                  </a:lnTo>
                  <a:lnTo>
                    <a:pt x="3678" y="196274"/>
                  </a:lnTo>
                  <a:lnTo>
                    <a:pt x="32034" y="231046"/>
                  </a:lnTo>
                  <a:lnTo>
                    <a:pt x="85999" y="262993"/>
                  </a:lnTo>
                  <a:lnTo>
                    <a:pt x="121689" y="277684"/>
                  </a:lnTo>
                  <a:lnTo>
                    <a:pt x="162706" y="291401"/>
                  </a:lnTo>
                  <a:lnTo>
                    <a:pt x="208692" y="304053"/>
                  </a:lnTo>
                  <a:lnTo>
                    <a:pt x="259289" y="315553"/>
                  </a:lnTo>
                  <a:lnTo>
                    <a:pt x="314138" y="325809"/>
                  </a:lnTo>
                  <a:lnTo>
                    <a:pt x="372882" y="334733"/>
                  </a:lnTo>
                  <a:lnTo>
                    <a:pt x="435161" y="342235"/>
                  </a:lnTo>
                  <a:lnTo>
                    <a:pt x="500618" y="348225"/>
                  </a:lnTo>
                  <a:lnTo>
                    <a:pt x="568894" y="352615"/>
                  </a:lnTo>
                  <a:lnTo>
                    <a:pt x="639630" y="355315"/>
                  </a:lnTo>
                  <a:lnTo>
                    <a:pt x="712470" y="356235"/>
                  </a:lnTo>
                  <a:lnTo>
                    <a:pt x="785309" y="355315"/>
                  </a:lnTo>
                  <a:lnTo>
                    <a:pt x="856045" y="352615"/>
                  </a:lnTo>
                  <a:lnTo>
                    <a:pt x="924321" y="348225"/>
                  </a:lnTo>
                  <a:lnTo>
                    <a:pt x="989778" y="342235"/>
                  </a:lnTo>
                  <a:lnTo>
                    <a:pt x="1052057" y="334733"/>
                  </a:lnTo>
                  <a:lnTo>
                    <a:pt x="1110801" y="325809"/>
                  </a:lnTo>
                  <a:lnTo>
                    <a:pt x="1165650" y="315553"/>
                  </a:lnTo>
                  <a:lnTo>
                    <a:pt x="1216247" y="304053"/>
                  </a:lnTo>
                  <a:lnTo>
                    <a:pt x="1262233" y="291401"/>
                  </a:lnTo>
                  <a:lnTo>
                    <a:pt x="1303250" y="277684"/>
                  </a:lnTo>
                  <a:lnTo>
                    <a:pt x="1338940" y="262993"/>
                  </a:lnTo>
                  <a:lnTo>
                    <a:pt x="1392905" y="231046"/>
                  </a:lnTo>
                  <a:lnTo>
                    <a:pt x="1421261" y="196274"/>
                  </a:lnTo>
                  <a:lnTo>
                    <a:pt x="1424940" y="178054"/>
                  </a:lnTo>
                  <a:lnTo>
                    <a:pt x="1421261" y="159855"/>
                  </a:lnTo>
                  <a:lnTo>
                    <a:pt x="1392905" y="125120"/>
                  </a:lnTo>
                  <a:lnTo>
                    <a:pt x="1338940" y="93199"/>
                  </a:lnTo>
                  <a:lnTo>
                    <a:pt x="1303250" y="78519"/>
                  </a:lnTo>
                  <a:lnTo>
                    <a:pt x="1262233" y="64811"/>
                  </a:lnTo>
                  <a:lnTo>
                    <a:pt x="1216247" y="52165"/>
                  </a:lnTo>
                  <a:lnTo>
                    <a:pt x="1165650" y="40671"/>
                  </a:lnTo>
                  <a:lnTo>
                    <a:pt x="1110801" y="30418"/>
                  </a:lnTo>
                  <a:lnTo>
                    <a:pt x="1052057" y="21497"/>
                  </a:lnTo>
                  <a:lnTo>
                    <a:pt x="989778" y="13997"/>
                  </a:lnTo>
                  <a:lnTo>
                    <a:pt x="924321" y="8008"/>
                  </a:lnTo>
                  <a:lnTo>
                    <a:pt x="856045" y="3619"/>
                  </a:lnTo>
                  <a:lnTo>
                    <a:pt x="785309" y="919"/>
                  </a:lnTo>
                  <a:lnTo>
                    <a:pt x="712470" y="0"/>
                  </a:lnTo>
                  <a:close/>
                </a:path>
              </a:pathLst>
            </a:custGeom>
            <a:solidFill>
              <a:srgbClr val="858B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57104" y="4030979"/>
              <a:ext cx="1424940" cy="1849120"/>
            </a:xfrm>
            <a:custGeom>
              <a:avLst/>
              <a:gdLst/>
              <a:ahLst/>
              <a:cxnLst/>
              <a:rect l="l" t="t" r="r" b="b"/>
              <a:pathLst>
                <a:path w="1424940" h="1849120">
                  <a:moveTo>
                    <a:pt x="1424940" y="178054"/>
                  </a:moveTo>
                  <a:lnTo>
                    <a:pt x="1410463" y="213968"/>
                  </a:lnTo>
                  <a:lnTo>
                    <a:pt x="1368944" y="247417"/>
                  </a:lnTo>
                  <a:lnTo>
                    <a:pt x="1303250" y="277684"/>
                  </a:lnTo>
                  <a:lnTo>
                    <a:pt x="1262233" y="291401"/>
                  </a:lnTo>
                  <a:lnTo>
                    <a:pt x="1216247" y="304053"/>
                  </a:lnTo>
                  <a:lnTo>
                    <a:pt x="1165650" y="315553"/>
                  </a:lnTo>
                  <a:lnTo>
                    <a:pt x="1110801" y="325809"/>
                  </a:lnTo>
                  <a:lnTo>
                    <a:pt x="1052057" y="334733"/>
                  </a:lnTo>
                  <a:lnTo>
                    <a:pt x="989778" y="342235"/>
                  </a:lnTo>
                  <a:lnTo>
                    <a:pt x="924321" y="348225"/>
                  </a:lnTo>
                  <a:lnTo>
                    <a:pt x="856045" y="352615"/>
                  </a:lnTo>
                  <a:lnTo>
                    <a:pt x="785309" y="355315"/>
                  </a:lnTo>
                  <a:lnTo>
                    <a:pt x="712470" y="356235"/>
                  </a:lnTo>
                  <a:lnTo>
                    <a:pt x="639630" y="355315"/>
                  </a:lnTo>
                  <a:lnTo>
                    <a:pt x="568894" y="352615"/>
                  </a:lnTo>
                  <a:lnTo>
                    <a:pt x="500618" y="348225"/>
                  </a:lnTo>
                  <a:lnTo>
                    <a:pt x="435161" y="342235"/>
                  </a:lnTo>
                  <a:lnTo>
                    <a:pt x="372882" y="334733"/>
                  </a:lnTo>
                  <a:lnTo>
                    <a:pt x="314138" y="325809"/>
                  </a:lnTo>
                  <a:lnTo>
                    <a:pt x="259289" y="315553"/>
                  </a:lnTo>
                  <a:lnTo>
                    <a:pt x="208692" y="304053"/>
                  </a:lnTo>
                  <a:lnTo>
                    <a:pt x="162706" y="291401"/>
                  </a:lnTo>
                  <a:lnTo>
                    <a:pt x="121689" y="277684"/>
                  </a:lnTo>
                  <a:lnTo>
                    <a:pt x="85999" y="262993"/>
                  </a:lnTo>
                  <a:lnTo>
                    <a:pt x="32034" y="231046"/>
                  </a:lnTo>
                  <a:lnTo>
                    <a:pt x="3678" y="196274"/>
                  </a:lnTo>
                  <a:lnTo>
                    <a:pt x="0" y="178054"/>
                  </a:lnTo>
                  <a:lnTo>
                    <a:pt x="3678" y="159855"/>
                  </a:lnTo>
                  <a:lnTo>
                    <a:pt x="32034" y="125120"/>
                  </a:lnTo>
                  <a:lnTo>
                    <a:pt x="85999" y="93199"/>
                  </a:lnTo>
                  <a:lnTo>
                    <a:pt x="121689" y="78519"/>
                  </a:lnTo>
                  <a:lnTo>
                    <a:pt x="162706" y="64811"/>
                  </a:lnTo>
                  <a:lnTo>
                    <a:pt x="208692" y="52165"/>
                  </a:lnTo>
                  <a:lnTo>
                    <a:pt x="259289" y="40671"/>
                  </a:lnTo>
                  <a:lnTo>
                    <a:pt x="314138" y="30418"/>
                  </a:lnTo>
                  <a:lnTo>
                    <a:pt x="372882" y="21497"/>
                  </a:lnTo>
                  <a:lnTo>
                    <a:pt x="435161" y="13997"/>
                  </a:lnTo>
                  <a:lnTo>
                    <a:pt x="500618" y="8008"/>
                  </a:lnTo>
                  <a:lnTo>
                    <a:pt x="568894" y="3619"/>
                  </a:lnTo>
                  <a:lnTo>
                    <a:pt x="639630" y="919"/>
                  </a:lnTo>
                  <a:lnTo>
                    <a:pt x="712470" y="0"/>
                  </a:lnTo>
                  <a:lnTo>
                    <a:pt x="785309" y="919"/>
                  </a:lnTo>
                  <a:lnTo>
                    <a:pt x="856045" y="3619"/>
                  </a:lnTo>
                  <a:lnTo>
                    <a:pt x="924321" y="8008"/>
                  </a:lnTo>
                  <a:lnTo>
                    <a:pt x="989778" y="13997"/>
                  </a:lnTo>
                  <a:lnTo>
                    <a:pt x="1052057" y="21497"/>
                  </a:lnTo>
                  <a:lnTo>
                    <a:pt x="1110801" y="30418"/>
                  </a:lnTo>
                  <a:lnTo>
                    <a:pt x="1165650" y="40671"/>
                  </a:lnTo>
                  <a:lnTo>
                    <a:pt x="1216247" y="52165"/>
                  </a:lnTo>
                  <a:lnTo>
                    <a:pt x="1262233" y="64811"/>
                  </a:lnTo>
                  <a:lnTo>
                    <a:pt x="1303250" y="78519"/>
                  </a:lnTo>
                  <a:lnTo>
                    <a:pt x="1338940" y="93199"/>
                  </a:lnTo>
                  <a:lnTo>
                    <a:pt x="1392905" y="125120"/>
                  </a:lnTo>
                  <a:lnTo>
                    <a:pt x="1421261" y="159855"/>
                  </a:lnTo>
                  <a:lnTo>
                    <a:pt x="1424940" y="178054"/>
                  </a:lnTo>
                  <a:lnTo>
                    <a:pt x="1424940" y="1670494"/>
                  </a:lnTo>
                  <a:lnTo>
                    <a:pt x="1410463" y="1706392"/>
                  </a:lnTo>
                  <a:lnTo>
                    <a:pt x="1368944" y="1739826"/>
                  </a:lnTo>
                  <a:lnTo>
                    <a:pt x="1303250" y="1770082"/>
                  </a:lnTo>
                  <a:lnTo>
                    <a:pt x="1262233" y="1783794"/>
                  </a:lnTo>
                  <a:lnTo>
                    <a:pt x="1216247" y="1796443"/>
                  </a:lnTo>
                  <a:lnTo>
                    <a:pt x="1165650" y="1807939"/>
                  </a:lnTo>
                  <a:lnTo>
                    <a:pt x="1110801" y="1818193"/>
                  </a:lnTo>
                  <a:lnTo>
                    <a:pt x="1052057" y="1827114"/>
                  </a:lnTo>
                  <a:lnTo>
                    <a:pt x="989778" y="1834615"/>
                  </a:lnTo>
                  <a:lnTo>
                    <a:pt x="924321" y="1840604"/>
                  </a:lnTo>
                  <a:lnTo>
                    <a:pt x="856045" y="1844993"/>
                  </a:lnTo>
                  <a:lnTo>
                    <a:pt x="785309" y="1847692"/>
                  </a:lnTo>
                  <a:lnTo>
                    <a:pt x="712470" y="1848612"/>
                  </a:lnTo>
                  <a:lnTo>
                    <a:pt x="639630" y="1847692"/>
                  </a:lnTo>
                  <a:lnTo>
                    <a:pt x="568894" y="1844993"/>
                  </a:lnTo>
                  <a:lnTo>
                    <a:pt x="500618" y="1840604"/>
                  </a:lnTo>
                  <a:lnTo>
                    <a:pt x="435161" y="1834615"/>
                  </a:lnTo>
                  <a:lnTo>
                    <a:pt x="372882" y="1827114"/>
                  </a:lnTo>
                  <a:lnTo>
                    <a:pt x="314138" y="1818193"/>
                  </a:lnTo>
                  <a:lnTo>
                    <a:pt x="259289" y="1807939"/>
                  </a:lnTo>
                  <a:lnTo>
                    <a:pt x="208692" y="1796443"/>
                  </a:lnTo>
                  <a:lnTo>
                    <a:pt x="162706" y="1783794"/>
                  </a:lnTo>
                  <a:lnTo>
                    <a:pt x="121689" y="1770082"/>
                  </a:lnTo>
                  <a:lnTo>
                    <a:pt x="85999" y="1755397"/>
                  </a:lnTo>
                  <a:lnTo>
                    <a:pt x="32034" y="1723462"/>
                  </a:lnTo>
                  <a:lnTo>
                    <a:pt x="3678" y="1688706"/>
                  </a:lnTo>
                  <a:lnTo>
                    <a:pt x="0" y="1670494"/>
                  </a:lnTo>
                  <a:lnTo>
                    <a:pt x="0" y="178054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436732" y="4879670"/>
            <a:ext cx="890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62951" y="4359046"/>
            <a:ext cx="909726" cy="12293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511166" y="3257169"/>
            <a:ext cx="169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800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9869" y="3839972"/>
            <a:ext cx="1341122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Servlet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07309" y="4430013"/>
            <a:ext cx="4462145" cy="899794"/>
          </a:xfrm>
          <a:custGeom>
            <a:avLst/>
            <a:gdLst/>
            <a:ahLst/>
            <a:cxnLst/>
            <a:rect l="l" t="t" r="r" b="b"/>
            <a:pathLst>
              <a:path w="4462145" h="899795">
                <a:moveTo>
                  <a:pt x="1261541" y="127127"/>
                </a:moveTo>
                <a:lnTo>
                  <a:pt x="1165225" y="127127"/>
                </a:lnTo>
                <a:lnTo>
                  <a:pt x="1133462" y="127127"/>
                </a:lnTo>
                <a:lnTo>
                  <a:pt x="1133094" y="190500"/>
                </a:lnTo>
                <a:lnTo>
                  <a:pt x="1261541" y="127127"/>
                </a:lnTo>
                <a:close/>
              </a:path>
              <a:path w="4462145" h="899795">
                <a:moveTo>
                  <a:pt x="1324102" y="96266"/>
                </a:moveTo>
                <a:lnTo>
                  <a:pt x="1134237" y="0"/>
                </a:lnTo>
                <a:lnTo>
                  <a:pt x="1133856" y="63449"/>
                </a:lnTo>
                <a:lnTo>
                  <a:pt x="254" y="56896"/>
                </a:lnTo>
                <a:lnTo>
                  <a:pt x="0" y="120396"/>
                </a:lnTo>
                <a:lnTo>
                  <a:pt x="1133475" y="126949"/>
                </a:lnTo>
                <a:lnTo>
                  <a:pt x="1165225" y="127127"/>
                </a:lnTo>
                <a:lnTo>
                  <a:pt x="1261910" y="126949"/>
                </a:lnTo>
                <a:lnTo>
                  <a:pt x="1324102" y="96266"/>
                </a:lnTo>
                <a:close/>
              </a:path>
              <a:path w="4462145" h="899795">
                <a:moveTo>
                  <a:pt x="4461891" y="835152"/>
                </a:moveTo>
                <a:lnTo>
                  <a:pt x="4461764" y="771664"/>
                </a:lnTo>
                <a:lnTo>
                  <a:pt x="3345256" y="772769"/>
                </a:lnTo>
                <a:lnTo>
                  <a:pt x="3345180" y="709295"/>
                </a:lnTo>
                <a:lnTo>
                  <a:pt x="3154807" y="804799"/>
                </a:lnTo>
                <a:lnTo>
                  <a:pt x="3345434" y="899795"/>
                </a:lnTo>
                <a:lnTo>
                  <a:pt x="3345345" y="836295"/>
                </a:lnTo>
                <a:lnTo>
                  <a:pt x="4461891" y="83515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76194" y="3609543"/>
            <a:ext cx="11918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Request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35953" y="4629099"/>
            <a:ext cx="150749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Response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61989" y="4440682"/>
            <a:ext cx="1324610" cy="190500"/>
          </a:xfrm>
          <a:custGeom>
            <a:avLst/>
            <a:gdLst/>
            <a:ahLst/>
            <a:cxnLst/>
            <a:rect l="l" t="t" r="r" b="b"/>
            <a:pathLst>
              <a:path w="1324609" h="190500">
                <a:moveTo>
                  <a:pt x="1134237" y="0"/>
                </a:moveTo>
                <a:lnTo>
                  <a:pt x="1133856" y="63443"/>
                </a:lnTo>
                <a:lnTo>
                  <a:pt x="1165606" y="63627"/>
                </a:lnTo>
                <a:lnTo>
                  <a:pt x="1165225" y="127127"/>
                </a:lnTo>
                <a:lnTo>
                  <a:pt x="1133474" y="127127"/>
                </a:lnTo>
                <a:lnTo>
                  <a:pt x="1133093" y="190500"/>
                </a:lnTo>
                <a:lnTo>
                  <a:pt x="1261548" y="127127"/>
                </a:lnTo>
                <a:lnTo>
                  <a:pt x="1165225" y="127127"/>
                </a:lnTo>
                <a:lnTo>
                  <a:pt x="1261919" y="126943"/>
                </a:lnTo>
                <a:lnTo>
                  <a:pt x="1324102" y="96266"/>
                </a:lnTo>
                <a:lnTo>
                  <a:pt x="1134237" y="0"/>
                </a:lnTo>
                <a:close/>
              </a:path>
              <a:path w="1324609" h="190500">
                <a:moveTo>
                  <a:pt x="1133856" y="63443"/>
                </a:moveTo>
                <a:lnTo>
                  <a:pt x="1133475" y="126943"/>
                </a:lnTo>
                <a:lnTo>
                  <a:pt x="1165225" y="127127"/>
                </a:lnTo>
                <a:lnTo>
                  <a:pt x="1165606" y="63627"/>
                </a:lnTo>
                <a:lnTo>
                  <a:pt x="1133856" y="63443"/>
                </a:lnTo>
                <a:close/>
              </a:path>
              <a:path w="1324609" h="190500">
                <a:moveTo>
                  <a:pt x="253" y="56896"/>
                </a:moveTo>
                <a:lnTo>
                  <a:pt x="0" y="120396"/>
                </a:lnTo>
                <a:lnTo>
                  <a:pt x="1133475" y="126943"/>
                </a:lnTo>
                <a:lnTo>
                  <a:pt x="1133856" y="63443"/>
                </a:lnTo>
                <a:lnTo>
                  <a:pt x="253" y="5689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37223" y="3839972"/>
            <a:ext cx="1305816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Request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07435" y="5154548"/>
            <a:ext cx="1307465" cy="190500"/>
          </a:xfrm>
          <a:custGeom>
            <a:avLst/>
            <a:gdLst/>
            <a:ahLst/>
            <a:cxnLst/>
            <a:rect l="l" t="t" r="r" b="b"/>
            <a:pathLst>
              <a:path w="1307464" h="190500">
                <a:moveTo>
                  <a:pt x="190373" y="0"/>
                </a:moveTo>
                <a:lnTo>
                  <a:pt x="0" y="95503"/>
                </a:lnTo>
                <a:lnTo>
                  <a:pt x="190626" y="190500"/>
                </a:lnTo>
                <a:lnTo>
                  <a:pt x="190542" y="127000"/>
                </a:lnTo>
                <a:lnTo>
                  <a:pt x="158750" y="127000"/>
                </a:lnTo>
                <a:lnTo>
                  <a:pt x="158750" y="63500"/>
                </a:lnTo>
                <a:lnTo>
                  <a:pt x="190457" y="63468"/>
                </a:lnTo>
                <a:lnTo>
                  <a:pt x="190373" y="0"/>
                </a:lnTo>
                <a:close/>
              </a:path>
              <a:path w="1307464" h="190500">
                <a:moveTo>
                  <a:pt x="190457" y="63468"/>
                </a:moveTo>
                <a:lnTo>
                  <a:pt x="158750" y="63500"/>
                </a:lnTo>
                <a:lnTo>
                  <a:pt x="158750" y="127000"/>
                </a:lnTo>
                <a:lnTo>
                  <a:pt x="190542" y="126968"/>
                </a:lnTo>
                <a:lnTo>
                  <a:pt x="190457" y="63468"/>
                </a:lnTo>
                <a:close/>
              </a:path>
              <a:path w="1307464" h="190500">
                <a:moveTo>
                  <a:pt x="190542" y="126968"/>
                </a:moveTo>
                <a:lnTo>
                  <a:pt x="158750" y="127000"/>
                </a:lnTo>
                <a:lnTo>
                  <a:pt x="190542" y="127000"/>
                </a:lnTo>
                <a:close/>
              </a:path>
              <a:path w="1307464" h="190500">
                <a:moveTo>
                  <a:pt x="1306956" y="62356"/>
                </a:moveTo>
                <a:lnTo>
                  <a:pt x="190457" y="63468"/>
                </a:lnTo>
                <a:lnTo>
                  <a:pt x="190542" y="126968"/>
                </a:lnTo>
                <a:lnTo>
                  <a:pt x="1307084" y="125856"/>
                </a:lnTo>
                <a:lnTo>
                  <a:pt x="1306956" y="6235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90164" y="5436819"/>
            <a:ext cx="140398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Response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063228" y="4926329"/>
            <a:ext cx="1021715" cy="190500"/>
          </a:xfrm>
          <a:custGeom>
            <a:avLst/>
            <a:gdLst/>
            <a:ahLst/>
            <a:cxnLst/>
            <a:rect l="l" t="t" r="r" b="b"/>
            <a:pathLst>
              <a:path w="1021715" h="190500">
                <a:moveTo>
                  <a:pt x="190500" y="0"/>
                </a:moveTo>
                <a:lnTo>
                  <a:pt x="0" y="95250"/>
                </a:lnTo>
                <a:lnTo>
                  <a:pt x="190500" y="190500"/>
                </a:lnTo>
                <a:lnTo>
                  <a:pt x="190500" y="127000"/>
                </a:lnTo>
                <a:lnTo>
                  <a:pt x="158750" y="127000"/>
                </a:lnTo>
                <a:lnTo>
                  <a:pt x="158750" y="63500"/>
                </a:lnTo>
                <a:lnTo>
                  <a:pt x="190500" y="63500"/>
                </a:lnTo>
                <a:lnTo>
                  <a:pt x="190500" y="0"/>
                </a:lnTo>
                <a:close/>
              </a:path>
              <a:path w="1021715" h="190500">
                <a:moveTo>
                  <a:pt x="831088" y="0"/>
                </a:moveTo>
                <a:lnTo>
                  <a:pt x="831088" y="190500"/>
                </a:lnTo>
                <a:lnTo>
                  <a:pt x="958088" y="127000"/>
                </a:lnTo>
                <a:lnTo>
                  <a:pt x="862838" y="127000"/>
                </a:lnTo>
                <a:lnTo>
                  <a:pt x="862838" y="63500"/>
                </a:lnTo>
                <a:lnTo>
                  <a:pt x="958088" y="63500"/>
                </a:lnTo>
                <a:lnTo>
                  <a:pt x="831088" y="0"/>
                </a:lnTo>
                <a:close/>
              </a:path>
              <a:path w="1021715" h="190500">
                <a:moveTo>
                  <a:pt x="190500" y="63500"/>
                </a:moveTo>
                <a:lnTo>
                  <a:pt x="158750" y="63500"/>
                </a:lnTo>
                <a:lnTo>
                  <a:pt x="158750" y="127000"/>
                </a:lnTo>
                <a:lnTo>
                  <a:pt x="190500" y="127000"/>
                </a:lnTo>
                <a:lnTo>
                  <a:pt x="190500" y="63500"/>
                </a:lnTo>
                <a:close/>
              </a:path>
              <a:path w="1021715" h="190500">
                <a:moveTo>
                  <a:pt x="831088" y="63500"/>
                </a:moveTo>
                <a:lnTo>
                  <a:pt x="190500" y="63500"/>
                </a:lnTo>
                <a:lnTo>
                  <a:pt x="190500" y="127000"/>
                </a:lnTo>
                <a:lnTo>
                  <a:pt x="831088" y="127000"/>
                </a:lnTo>
                <a:lnTo>
                  <a:pt x="831088" y="63500"/>
                </a:lnTo>
                <a:close/>
              </a:path>
              <a:path w="1021715" h="190500">
                <a:moveTo>
                  <a:pt x="958088" y="63500"/>
                </a:moveTo>
                <a:lnTo>
                  <a:pt x="862838" y="63500"/>
                </a:lnTo>
                <a:lnTo>
                  <a:pt x="862838" y="127000"/>
                </a:lnTo>
                <a:lnTo>
                  <a:pt x="958088" y="127000"/>
                </a:lnTo>
                <a:lnTo>
                  <a:pt x="1021588" y="95250"/>
                </a:lnTo>
                <a:lnTo>
                  <a:pt x="958088" y="635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252331" y="4442840"/>
            <a:ext cx="83261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Data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8210" y="3006089"/>
            <a:ext cx="5344795" cy="3395979"/>
          </a:xfrm>
          <a:custGeom>
            <a:avLst/>
            <a:gdLst/>
            <a:ahLst/>
            <a:cxnLst/>
            <a:rect l="l" t="t" r="r" b="b"/>
            <a:pathLst>
              <a:path w="5344795" h="3395979">
                <a:moveTo>
                  <a:pt x="3438143" y="518922"/>
                </a:moveTo>
                <a:lnTo>
                  <a:pt x="3446171" y="456837"/>
                </a:lnTo>
                <a:lnTo>
                  <a:pt x="3469585" y="397166"/>
                </a:lnTo>
                <a:lnTo>
                  <a:pt x="3507378" y="340411"/>
                </a:lnTo>
                <a:lnTo>
                  <a:pt x="3558547" y="287075"/>
                </a:lnTo>
                <a:lnTo>
                  <a:pt x="3588832" y="261845"/>
                </a:lnTo>
                <a:lnTo>
                  <a:pt x="3622084" y="237658"/>
                </a:lnTo>
                <a:lnTo>
                  <a:pt x="3658177" y="214577"/>
                </a:lnTo>
                <a:lnTo>
                  <a:pt x="3696986" y="192664"/>
                </a:lnTo>
                <a:lnTo>
                  <a:pt x="3738384" y="171982"/>
                </a:lnTo>
                <a:lnTo>
                  <a:pt x="3782246" y="152594"/>
                </a:lnTo>
                <a:lnTo>
                  <a:pt x="3828446" y="134563"/>
                </a:lnTo>
                <a:lnTo>
                  <a:pt x="3876859" y="117951"/>
                </a:lnTo>
                <a:lnTo>
                  <a:pt x="3927359" y="102821"/>
                </a:lnTo>
                <a:lnTo>
                  <a:pt x="3979820" y="89236"/>
                </a:lnTo>
                <a:lnTo>
                  <a:pt x="4034116" y="77259"/>
                </a:lnTo>
                <a:lnTo>
                  <a:pt x="4090123" y="66952"/>
                </a:lnTo>
                <a:lnTo>
                  <a:pt x="4147714" y="58378"/>
                </a:lnTo>
                <a:lnTo>
                  <a:pt x="4206763" y="51601"/>
                </a:lnTo>
                <a:lnTo>
                  <a:pt x="4267145" y="46682"/>
                </a:lnTo>
                <a:lnTo>
                  <a:pt x="4328735" y="43685"/>
                </a:lnTo>
                <a:lnTo>
                  <a:pt x="4391406" y="42672"/>
                </a:lnTo>
                <a:lnTo>
                  <a:pt x="4454076" y="43685"/>
                </a:lnTo>
                <a:lnTo>
                  <a:pt x="4515666" y="46682"/>
                </a:lnTo>
                <a:lnTo>
                  <a:pt x="4576048" y="51601"/>
                </a:lnTo>
                <a:lnTo>
                  <a:pt x="4635097" y="58378"/>
                </a:lnTo>
                <a:lnTo>
                  <a:pt x="4692688" y="66952"/>
                </a:lnTo>
                <a:lnTo>
                  <a:pt x="4748695" y="77259"/>
                </a:lnTo>
                <a:lnTo>
                  <a:pt x="4802991" y="89236"/>
                </a:lnTo>
                <a:lnTo>
                  <a:pt x="4855452" y="102821"/>
                </a:lnTo>
                <a:lnTo>
                  <a:pt x="4905952" y="117951"/>
                </a:lnTo>
                <a:lnTo>
                  <a:pt x="4954365" y="134563"/>
                </a:lnTo>
                <a:lnTo>
                  <a:pt x="5000565" y="152594"/>
                </a:lnTo>
                <a:lnTo>
                  <a:pt x="5044427" y="171982"/>
                </a:lnTo>
                <a:lnTo>
                  <a:pt x="5085825" y="192664"/>
                </a:lnTo>
                <a:lnTo>
                  <a:pt x="5124634" y="214577"/>
                </a:lnTo>
                <a:lnTo>
                  <a:pt x="5160727" y="237658"/>
                </a:lnTo>
                <a:lnTo>
                  <a:pt x="5193979" y="261845"/>
                </a:lnTo>
                <a:lnTo>
                  <a:pt x="5224264" y="287075"/>
                </a:lnTo>
                <a:lnTo>
                  <a:pt x="5275433" y="340411"/>
                </a:lnTo>
                <a:lnTo>
                  <a:pt x="5313226" y="397166"/>
                </a:lnTo>
                <a:lnTo>
                  <a:pt x="5336640" y="456837"/>
                </a:lnTo>
                <a:lnTo>
                  <a:pt x="5344668" y="518922"/>
                </a:lnTo>
                <a:lnTo>
                  <a:pt x="5342640" y="550234"/>
                </a:lnTo>
                <a:lnTo>
                  <a:pt x="5326793" y="611175"/>
                </a:lnTo>
                <a:lnTo>
                  <a:pt x="5296064" y="669450"/>
                </a:lnTo>
                <a:lnTo>
                  <a:pt x="5251458" y="724559"/>
                </a:lnTo>
                <a:lnTo>
                  <a:pt x="5193979" y="775998"/>
                </a:lnTo>
                <a:lnTo>
                  <a:pt x="5160727" y="800185"/>
                </a:lnTo>
                <a:lnTo>
                  <a:pt x="5124634" y="823266"/>
                </a:lnTo>
                <a:lnTo>
                  <a:pt x="5085825" y="845179"/>
                </a:lnTo>
                <a:lnTo>
                  <a:pt x="5044427" y="865861"/>
                </a:lnTo>
                <a:lnTo>
                  <a:pt x="5000565" y="885249"/>
                </a:lnTo>
                <a:lnTo>
                  <a:pt x="4954365" y="903280"/>
                </a:lnTo>
                <a:lnTo>
                  <a:pt x="4905952" y="919892"/>
                </a:lnTo>
                <a:lnTo>
                  <a:pt x="4855452" y="935022"/>
                </a:lnTo>
                <a:lnTo>
                  <a:pt x="4802991" y="948607"/>
                </a:lnTo>
                <a:lnTo>
                  <a:pt x="4748695" y="960584"/>
                </a:lnTo>
                <a:lnTo>
                  <a:pt x="4692688" y="970891"/>
                </a:lnTo>
                <a:lnTo>
                  <a:pt x="4635097" y="979465"/>
                </a:lnTo>
                <a:lnTo>
                  <a:pt x="4576048" y="986242"/>
                </a:lnTo>
                <a:lnTo>
                  <a:pt x="4515666" y="991161"/>
                </a:lnTo>
                <a:lnTo>
                  <a:pt x="4454076" y="994158"/>
                </a:lnTo>
                <a:lnTo>
                  <a:pt x="4391406" y="995172"/>
                </a:lnTo>
                <a:lnTo>
                  <a:pt x="4328735" y="994158"/>
                </a:lnTo>
                <a:lnTo>
                  <a:pt x="4267145" y="991161"/>
                </a:lnTo>
                <a:lnTo>
                  <a:pt x="4206763" y="986242"/>
                </a:lnTo>
                <a:lnTo>
                  <a:pt x="4147714" y="979465"/>
                </a:lnTo>
                <a:lnTo>
                  <a:pt x="4090123" y="970891"/>
                </a:lnTo>
                <a:lnTo>
                  <a:pt x="4034116" y="960584"/>
                </a:lnTo>
                <a:lnTo>
                  <a:pt x="3979820" y="948607"/>
                </a:lnTo>
                <a:lnTo>
                  <a:pt x="3927359" y="935022"/>
                </a:lnTo>
                <a:lnTo>
                  <a:pt x="3876859" y="919892"/>
                </a:lnTo>
                <a:lnTo>
                  <a:pt x="3828446" y="903280"/>
                </a:lnTo>
                <a:lnTo>
                  <a:pt x="3782246" y="885249"/>
                </a:lnTo>
                <a:lnTo>
                  <a:pt x="3738384" y="865861"/>
                </a:lnTo>
                <a:lnTo>
                  <a:pt x="3696986" y="845179"/>
                </a:lnTo>
                <a:lnTo>
                  <a:pt x="3658177" y="823266"/>
                </a:lnTo>
                <a:lnTo>
                  <a:pt x="3622084" y="800185"/>
                </a:lnTo>
                <a:lnTo>
                  <a:pt x="3588832" y="775998"/>
                </a:lnTo>
                <a:lnTo>
                  <a:pt x="3558547" y="750768"/>
                </a:lnTo>
                <a:lnTo>
                  <a:pt x="3507378" y="697432"/>
                </a:lnTo>
                <a:lnTo>
                  <a:pt x="3469585" y="640677"/>
                </a:lnTo>
                <a:lnTo>
                  <a:pt x="3446171" y="581006"/>
                </a:lnTo>
                <a:lnTo>
                  <a:pt x="3438143" y="518922"/>
                </a:lnTo>
                <a:close/>
              </a:path>
              <a:path w="5344795" h="3395979">
                <a:moveTo>
                  <a:pt x="0" y="477012"/>
                </a:moveTo>
                <a:lnTo>
                  <a:pt x="8032" y="414836"/>
                </a:lnTo>
                <a:lnTo>
                  <a:pt x="31460" y="355075"/>
                </a:lnTo>
                <a:lnTo>
                  <a:pt x="69278" y="298232"/>
                </a:lnTo>
                <a:lnTo>
                  <a:pt x="120481" y="244811"/>
                </a:lnTo>
                <a:lnTo>
                  <a:pt x="150787" y="219541"/>
                </a:lnTo>
                <a:lnTo>
                  <a:pt x="184062" y="195315"/>
                </a:lnTo>
                <a:lnTo>
                  <a:pt x="220181" y="172196"/>
                </a:lnTo>
                <a:lnTo>
                  <a:pt x="259017" y="150247"/>
                </a:lnTo>
                <a:lnTo>
                  <a:pt x="300446" y="129531"/>
                </a:lnTo>
                <a:lnTo>
                  <a:pt x="344341" y="110111"/>
                </a:lnTo>
                <a:lnTo>
                  <a:pt x="390576" y="92049"/>
                </a:lnTo>
                <a:lnTo>
                  <a:pt x="439027" y="75409"/>
                </a:lnTo>
                <a:lnTo>
                  <a:pt x="489567" y="60253"/>
                </a:lnTo>
                <a:lnTo>
                  <a:pt x="542071" y="46645"/>
                </a:lnTo>
                <a:lnTo>
                  <a:pt x="596412" y="34647"/>
                </a:lnTo>
                <a:lnTo>
                  <a:pt x="652467" y="24323"/>
                </a:lnTo>
                <a:lnTo>
                  <a:pt x="710107" y="15734"/>
                </a:lnTo>
                <a:lnTo>
                  <a:pt x="769209" y="8945"/>
                </a:lnTo>
                <a:lnTo>
                  <a:pt x="829646" y="4017"/>
                </a:lnTo>
                <a:lnTo>
                  <a:pt x="891293" y="1014"/>
                </a:lnTo>
                <a:lnTo>
                  <a:pt x="954023" y="0"/>
                </a:lnTo>
                <a:lnTo>
                  <a:pt x="1016754" y="1014"/>
                </a:lnTo>
                <a:lnTo>
                  <a:pt x="1078401" y="4017"/>
                </a:lnTo>
                <a:lnTo>
                  <a:pt x="1138838" y="8945"/>
                </a:lnTo>
                <a:lnTo>
                  <a:pt x="1197940" y="15734"/>
                </a:lnTo>
                <a:lnTo>
                  <a:pt x="1255580" y="24323"/>
                </a:lnTo>
                <a:lnTo>
                  <a:pt x="1311635" y="34647"/>
                </a:lnTo>
                <a:lnTo>
                  <a:pt x="1365976" y="46645"/>
                </a:lnTo>
                <a:lnTo>
                  <a:pt x="1418480" y="60253"/>
                </a:lnTo>
                <a:lnTo>
                  <a:pt x="1469020" y="75409"/>
                </a:lnTo>
                <a:lnTo>
                  <a:pt x="1517471" y="92049"/>
                </a:lnTo>
                <a:lnTo>
                  <a:pt x="1563706" y="110111"/>
                </a:lnTo>
                <a:lnTo>
                  <a:pt x="1607601" y="129531"/>
                </a:lnTo>
                <a:lnTo>
                  <a:pt x="1649030" y="150247"/>
                </a:lnTo>
                <a:lnTo>
                  <a:pt x="1687866" y="172196"/>
                </a:lnTo>
                <a:lnTo>
                  <a:pt x="1723985" y="195315"/>
                </a:lnTo>
                <a:lnTo>
                  <a:pt x="1757260" y="219541"/>
                </a:lnTo>
                <a:lnTo>
                  <a:pt x="1787566" y="244811"/>
                </a:lnTo>
                <a:lnTo>
                  <a:pt x="1838769" y="298232"/>
                </a:lnTo>
                <a:lnTo>
                  <a:pt x="1876587" y="355075"/>
                </a:lnTo>
                <a:lnTo>
                  <a:pt x="1900015" y="414836"/>
                </a:lnTo>
                <a:lnTo>
                  <a:pt x="1908048" y="477012"/>
                </a:lnTo>
                <a:lnTo>
                  <a:pt x="1906018" y="508370"/>
                </a:lnTo>
                <a:lnTo>
                  <a:pt x="1890162" y="569401"/>
                </a:lnTo>
                <a:lnTo>
                  <a:pt x="1859414" y="627766"/>
                </a:lnTo>
                <a:lnTo>
                  <a:pt x="1814778" y="682960"/>
                </a:lnTo>
                <a:lnTo>
                  <a:pt x="1757260" y="734482"/>
                </a:lnTo>
                <a:lnTo>
                  <a:pt x="1723985" y="758708"/>
                </a:lnTo>
                <a:lnTo>
                  <a:pt x="1687866" y="781827"/>
                </a:lnTo>
                <a:lnTo>
                  <a:pt x="1649030" y="803776"/>
                </a:lnTo>
                <a:lnTo>
                  <a:pt x="1607601" y="824492"/>
                </a:lnTo>
                <a:lnTo>
                  <a:pt x="1563706" y="843912"/>
                </a:lnTo>
                <a:lnTo>
                  <a:pt x="1517471" y="861974"/>
                </a:lnTo>
                <a:lnTo>
                  <a:pt x="1469020" y="878614"/>
                </a:lnTo>
                <a:lnTo>
                  <a:pt x="1418480" y="893770"/>
                </a:lnTo>
                <a:lnTo>
                  <a:pt x="1365976" y="907378"/>
                </a:lnTo>
                <a:lnTo>
                  <a:pt x="1311635" y="919376"/>
                </a:lnTo>
                <a:lnTo>
                  <a:pt x="1255580" y="929700"/>
                </a:lnTo>
                <a:lnTo>
                  <a:pt x="1197940" y="938289"/>
                </a:lnTo>
                <a:lnTo>
                  <a:pt x="1138838" y="945078"/>
                </a:lnTo>
                <a:lnTo>
                  <a:pt x="1078401" y="950006"/>
                </a:lnTo>
                <a:lnTo>
                  <a:pt x="1016754" y="953009"/>
                </a:lnTo>
                <a:lnTo>
                  <a:pt x="954023" y="954024"/>
                </a:lnTo>
                <a:lnTo>
                  <a:pt x="891293" y="953009"/>
                </a:lnTo>
                <a:lnTo>
                  <a:pt x="829646" y="950006"/>
                </a:lnTo>
                <a:lnTo>
                  <a:pt x="769209" y="945078"/>
                </a:lnTo>
                <a:lnTo>
                  <a:pt x="710107" y="938289"/>
                </a:lnTo>
                <a:lnTo>
                  <a:pt x="652467" y="929700"/>
                </a:lnTo>
                <a:lnTo>
                  <a:pt x="596412" y="919376"/>
                </a:lnTo>
                <a:lnTo>
                  <a:pt x="542071" y="907378"/>
                </a:lnTo>
                <a:lnTo>
                  <a:pt x="489567" y="893770"/>
                </a:lnTo>
                <a:lnTo>
                  <a:pt x="439027" y="878614"/>
                </a:lnTo>
                <a:lnTo>
                  <a:pt x="390576" y="861974"/>
                </a:lnTo>
                <a:lnTo>
                  <a:pt x="344341" y="843912"/>
                </a:lnTo>
                <a:lnTo>
                  <a:pt x="300446" y="824492"/>
                </a:lnTo>
                <a:lnTo>
                  <a:pt x="259017" y="803776"/>
                </a:lnTo>
                <a:lnTo>
                  <a:pt x="220181" y="781827"/>
                </a:lnTo>
                <a:lnTo>
                  <a:pt x="184062" y="758708"/>
                </a:lnTo>
                <a:lnTo>
                  <a:pt x="150787" y="734482"/>
                </a:lnTo>
                <a:lnTo>
                  <a:pt x="120481" y="709212"/>
                </a:lnTo>
                <a:lnTo>
                  <a:pt x="69278" y="655791"/>
                </a:lnTo>
                <a:lnTo>
                  <a:pt x="31460" y="598948"/>
                </a:lnTo>
                <a:lnTo>
                  <a:pt x="8032" y="539187"/>
                </a:lnTo>
                <a:lnTo>
                  <a:pt x="0" y="477012"/>
                </a:lnTo>
                <a:close/>
              </a:path>
              <a:path w="5344795" h="3395979">
                <a:moveTo>
                  <a:pt x="1770888" y="1117092"/>
                </a:moveTo>
                <a:lnTo>
                  <a:pt x="1778915" y="1054916"/>
                </a:lnTo>
                <a:lnTo>
                  <a:pt x="1802329" y="995155"/>
                </a:lnTo>
                <a:lnTo>
                  <a:pt x="1840122" y="938312"/>
                </a:lnTo>
                <a:lnTo>
                  <a:pt x="1891291" y="884891"/>
                </a:lnTo>
                <a:lnTo>
                  <a:pt x="1921576" y="859621"/>
                </a:lnTo>
                <a:lnTo>
                  <a:pt x="1954828" y="835395"/>
                </a:lnTo>
                <a:lnTo>
                  <a:pt x="1990921" y="812276"/>
                </a:lnTo>
                <a:lnTo>
                  <a:pt x="2029730" y="790327"/>
                </a:lnTo>
                <a:lnTo>
                  <a:pt x="2071128" y="769611"/>
                </a:lnTo>
                <a:lnTo>
                  <a:pt x="2114990" y="750191"/>
                </a:lnTo>
                <a:lnTo>
                  <a:pt x="2161190" y="732129"/>
                </a:lnTo>
                <a:lnTo>
                  <a:pt x="2209603" y="715489"/>
                </a:lnTo>
                <a:lnTo>
                  <a:pt x="2260103" y="700333"/>
                </a:lnTo>
                <a:lnTo>
                  <a:pt x="2312564" y="686725"/>
                </a:lnTo>
                <a:lnTo>
                  <a:pt x="2366860" y="674727"/>
                </a:lnTo>
                <a:lnTo>
                  <a:pt x="2422867" y="664403"/>
                </a:lnTo>
                <a:lnTo>
                  <a:pt x="2480458" y="655814"/>
                </a:lnTo>
                <a:lnTo>
                  <a:pt x="2539507" y="649025"/>
                </a:lnTo>
                <a:lnTo>
                  <a:pt x="2599889" y="644097"/>
                </a:lnTo>
                <a:lnTo>
                  <a:pt x="2661479" y="641094"/>
                </a:lnTo>
                <a:lnTo>
                  <a:pt x="2724150" y="640080"/>
                </a:lnTo>
                <a:lnTo>
                  <a:pt x="2786820" y="641094"/>
                </a:lnTo>
                <a:lnTo>
                  <a:pt x="2848410" y="644097"/>
                </a:lnTo>
                <a:lnTo>
                  <a:pt x="2908792" y="649025"/>
                </a:lnTo>
                <a:lnTo>
                  <a:pt x="2967841" y="655814"/>
                </a:lnTo>
                <a:lnTo>
                  <a:pt x="3025432" y="664403"/>
                </a:lnTo>
                <a:lnTo>
                  <a:pt x="3081439" y="674727"/>
                </a:lnTo>
                <a:lnTo>
                  <a:pt x="3135735" y="686725"/>
                </a:lnTo>
                <a:lnTo>
                  <a:pt x="3188196" y="700333"/>
                </a:lnTo>
                <a:lnTo>
                  <a:pt x="3238696" y="715489"/>
                </a:lnTo>
                <a:lnTo>
                  <a:pt x="3287109" y="732129"/>
                </a:lnTo>
                <a:lnTo>
                  <a:pt x="3333309" y="750191"/>
                </a:lnTo>
                <a:lnTo>
                  <a:pt x="3377171" y="769611"/>
                </a:lnTo>
                <a:lnTo>
                  <a:pt x="3418569" y="790327"/>
                </a:lnTo>
                <a:lnTo>
                  <a:pt x="3457378" y="812276"/>
                </a:lnTo>
                <a:lnTo>
                  <a:pt x="3493471" y="835395"/>
                </a:lnTo>
                <a:lnTo>
                  <a:pt x="3526723" y="859621"/>
                </a:lnTo>
                <a:lnTo>
                  <a:pt x="3557008" y="884891"/>
                </a:lnTo>
                <a:lnTo>
                  <a:pt x="3608177" y="938312"/>
                </a:lnTo>
                <a:lnTo>
                  <a:pt x="3645970" y="995155"/>
                </a:lnTo>
                <a:lnTo>
                  <a:pt x="3669384" y="1054916"/>
                </a:lnTo>
                <a:lnTo>
                  <a:pt x="3677412" y="1117092"/>
                </a:lnTo>
                <a:lnTo>
                  <a:pt x="3675384" y="1148450"/>
                </a:lnTo>
                <a:lnTo>
                  <a:pt x="3659537" y="1209481"/>
                </a:lnTo>
                <a:lnTo>
                  <a:pt x="3628808" y="1267846"/>
                </a:lnTo>
                <a:lnTo>
                  <a:pt x="3584202" y="1323040"/>
                </a:lnTo>
                <a:lnTo>
                  <a:pt x="3526723" y="1374562"/>
                </a:lnTo>
                <a:lnTo>
                  <a:pt x="3493471" y="1398788"/>
                </a:lnTo>
                <a:lnTo>
                  <a:pt x="3457378" y="1421907"/>
                </a:lnTo>
                <a:lnTo>
                  <a:pt x="3418569" y="1443856"/>
                </a:lnTo>
                <a:lnTo>
                  <a:pt x="3377171" y="1464572"/>
                </a:lnTo>
                <a:lnTo>
                  <a:pt x="3333309" y="1483992"/>
                </a:lnTo>
                <a:lnTo>
                  <a:pt x="3287109" y="1502054"/>
                </a:lnTo>
                <a:lnTo>
                  <a:pt x="3238696" y="1518694"/>
                </a:lnTo>
                <a:lnTo>
                  <a:pt x="3188196" y="1533850"/>
                </a:lnTo>
                <a:lnTo>
                  <a:pt x="3135735" y="1547458"/>
                </a:lnTo>
                <a:lnTo>
                  <a:pt x="3081439" y="1559456"/>
                </a:lnTo>
                <a:lnTo>
                  <a:pt x="3025432" y="1569780"/>
                </a:lnTo>
                <a:lnTo>
                  <a:pt x="2967841" y="1578369"/>
                </a:lnTo>
                <a:lnTo>
                  <a:pt x="2908792" y="1585158"/>
                </a:lnTo>
                <a:lnTo>
                  <a:pt x="2848410" y="1590086"/>
                </a:lnTo>
                <a:lnTo>
                  <a:pt x="2786820" y="1593089"/>
                </a:lnTo>
                <a:lnTo>
                  <a:pt x="2724150" y="1594104"/>
                </a:lnTo>
                <a:lnTo>
                  <a:pt x="2661479" y="1593089"/>
                </a:lnTo>
                <a:lnTo>
                  <a:pt x="2599889" y="1590086"/>
                </a:lnTo>
                <a:lnTo>
                  <a:pt x="2539507" y="1585158"/>
                </a:lnTo>
                <a:lnTo>
                  <a:pt x="2480458" y="1578369"/>
                </a:lnTo>
                <a:lnTo>
                  <a:pt x="2422867" y="1569780"/>
                </a:lnTo>
                <a:lnTo>
                  <a:pt x="2366860" y="1559456"/>
                </a:lnTo>
                <a:lnTo>
                  <a:pt x="2312564" y="1547458"/>
                </a:lnTo>
                <a:lnTo>
                  <a:pt x="2260103" y="1533850"/>
                </a:lnTo>
                <a:lnTo>
                  <a:pt x="2209603" y="1518694"/>
                </a:lnTo>
                <a:lnTo>
                  <a:pt x="2161190" y="1502054"/>
                </a:lnTo>
                <a:lnTo>
                  <a:pt x="2114990" y="1483992"/>
                </a:lnTo>
                <a:lnTo>
                  <a:pt x="2071128" y="1464572"/>
                </a:lnTo>
                <a:lnTo>
                  <a:pt x="2029730" y="1443856"/>
                </a:lnTo>
                <a:lnTo>
                  <a:pt x="1990921" y="1421907"/>
                </a:lnTo>
                <a:lnTo>
                  <a:pt x="1954828" y="1398788"/>
                </a:lnTo>
                <a:lnTo>
                  <a:pt x="1921576" y="1374562"/>
                </a:lnTo>
                <a:lnTo>
                  <a:pt x="1891291" y="1349292"/>
                </a:lnTo>
                <a:lnTo>
                  <a:pt x="1840122" y="1295871"/>
                </a:lnTo>
                <a:lnTo>
                  <a:pt x="1802329" y="1239028"/>
                </a:lnTo>
                <a:lnTo>
                  <a:pt x="1778915" y="1179267"/>
                </a:lnTo>
                <a:lnTo>
                  <a:pt x="1770888" y="1117092"/>
                </a:lnTo>
                <a:close/>
              </a:path>
              <a:path w="5344795" h="3395979">
                <a:moveTo>
                  <a:pt x="1932432" y="2919222"/>
                </a:moveTo>
                <a:lnTo>
                  <a:pt x="1940464" y="2857134"/>
                </a:lnTo>
                <a:lnTo>
                  <a:pt x="1963892" y="2797462"/>
                </a:lnTo>
                <a:lnTo>
                  <a:pt x="2001710" y="2740706"/>
                </a:lnTo>
                <a:lnTo>
                  <a:pt x="2052913" y="2687369"/>
                </a:lnTo>
                <a:lnTo>
                  <a:pt x="2083219" y="2662139"/>
                </a:lnTo>
                <a:lnTo>
                  <a:pt x="2116494" y="2637953"/>
                </a:lnTo>
                <a:lnTo>
                  <a:pt x="2152613" y="2614872"/>
                </a:lnTo>
                <a:lnTo>
                  <a:pt x="2191449" y="2592959"/>
                </a:lnTo>
                <a:lnTo>
                  <a:pt x="2232878" y="2572277"/>
                </a:lnTo>
                <a:lnTo>
                  <a:pt x="2276773" y="2552890"/>
                </a:lnTo>
                <a:lnTo>
                  <a:pt x="2323008" y="2534859"/>
                </a:lnTo>
                <a:lnTo>
                  <a:pt x="2371459" y="2518247"/>
                </a:lnTo>
                <a:lnTo>
                  <a:pt x="2421999" y="2503118"/>
                </a:lnTo>
                <a:lnTo>
                  <a:pt x="2474503" y="2489534"/>
                </a:lnTo>
                <a:lnTo>
                  <a:pt x="2528844" y="2477557"/>
                </a:lnTo>
                <a:lnTo>
                  <a:pt x="2584899" y="2467251"/>
                </a:lnTo>
                <a:lnTo>
                  <a:pt x="2642539" y="2458677"/>
                </a:lnTo>
                <a:lnTo>
                  <a:pt x="2701641" y="2451900"/>
                </a:lnTo>
                <a:lnTo>
                  <a:pt x="2762078" y="2446982"/>
                </a:lnTo>
                <a:lnTo>
                  <a:pt x="2823725" y="2443984"/>
                </a:lnTo>
                <a:lnTo>
                  <a:pt x="2886455" y="2442972"/>
                </a:lnTo>
                <a:lnTo>
                  <a:pt x="2949186" y="2443984"/>
                </a:lnTo>
                <a:lnTo>
                  <a:pt x="3010833" y="2446982"/>
                </a:lnTo>
                <a:lnTo>
                  <a:pt x="3071270" y="2451900"/>
                </a:lnTo>
                <a:lnTo>
                  <a:pt x="3130372" y="2458677"/>
                </a:lnTo>
                <a:lnTo>
                  <a:pt x="3188012" y="2467251"/>
                </a:lnTo>
                <a:lnTo>
                  <a:pt x="3244067" y="2477557"/>
                </a:lnTo>
                <a:lnTo>
                  <a:pt x="3298408" y="2489534"/>
                </a:lnTo>
                <a:lnTo>
                  <a:pt x="3350912" y="2503118"/>
                </a:lnTo>
                <a:lnTo>
                  <a:pt x="3401452" y="2518247"/>
                </a:lnTo>
                <a:lnTo>
                  <a:pt x="3449903" y="2534859"/>
                </a:lnTo>
                <a:lnTo>
                  <a:pt x="3496138" y="2552890"/>
                </a:lnTo>
                <a:lnTo>
                  <a:pt x="3540033" y="2572277"/>
                </a:lnTo>
                <a:lnTo>
                  <a:pt x="3581462" y="2592959"/>
                </a:lnTo>
                <a:lnTo>
                  <a:pt x="3620298" y="2614872"/>
                </a:lnTo>
                <a:lnTo>
                  <a:pt x="3656417" y="2637953"/>
                </a:lnTo>
                <a:lnTo>
                  <a:pt x="3689692" y="2662139"/>
                </a:lnTo>
                <a:lnTo>
                  <a:pt x="3719998" y="2687369"/>
                </a:lnTo>
                <a:lnTo>
                  <a:pt x="3771201" y="2740706"/>
                </a:lnTo>
                <a:lnTo>
                  <a:pt x="3809019" y="2797462"/>
                </a:lnTo>
                <a:lnTo>
                  <a:pt x="3832447" y="2857134"/>
                </a:lnTo>
                <a:lnTo>
                  <a:pt x="3840479" y="2919222"/>
                </a:lnTo>
                <a:lnTo>
                  <a:pt x="3838450" y="2950536"/>
                </a:lnTo>
                <a:lnTo>
                  <a:pt x="3822594" y="3011478"/>
                </a:lnTo>
                <a:lnTo>
                  <a:pt x="3791846" y="3069755"/>
                </a:lnTo>
                <a:lnTo>
                  <a:pt x="3747210" y="3124864"/>
                </a:lnTo>
                <a:lnTo>
                  <a:pt x="3689692" y="3176304"/>
                </a:lnTo>
                <a:lnTo>
                  <a:pt x="3656417" y="3200490"/>
                </a:lnTo>
                <a:lnTo>
                  <a:pt x="3620298" y="3223571"/>
                </a:lnTo>
                <a:lnTo>
                  <a:pt x="3581462" y="3245484"/>
                </a:lnTo>
                <a:lnTo>
                  <a:pt x="3540033" y="3266166"/>
                </a:lnTo>
                <a:lnTo>
                  <a:pt x="3496138" y="3285553"/>
                </a:lnTo>
                <a:lnTo>
                  <a:pt x="3449903" y="3303584"/>
                </a:lnTo>
                <a:lnTo>
                  <a:pt x="3401452" y="3320196"/>
                </a:lnTo>
                <a:lnTo>
                  <a:pt x="3350912" y="3335325"/>
                </a:lnTo>
                <a:lnTo>
                  <a:pt x="3298408" y="3348909"/>
                </a:lnTo>
                <a:lnTo>
                  <a:pt x="3244067" y="3360886"/>
                </a:lnTo>
                <a:lnTo>
                  <a:pt x="3188012" y="3371192"/>
                </a:lnTo>
                <a:lnTo>
                  <a:pt x="3130372" y="3379766"/>
                </a:lnTo>
                <a:lnTo>
                  <a:pt x="3071270" y="3386543"/>
                </a:lnTo>
                <a:lnTo>
                  <a:pt x="3010833" y="3391461"/>
                </a:lnTo>
                <a:lnTo>
                  <a:pt x="2949186" y="3394459"/>
                </a:lnTo>
                <a:lnTo>
                  <a:pt x="2886455" y="3395472"/>
                </a:lnTo>
                <a:lnTo>
                  <a:pt x="2823725" y="3394459"/>
                </a:lnTo>
                <a:lnTo>
                  <a:pt x="2762078" y="3391461"/>
                </a:lnTo>
                <a:lnTo>
                  <a:pt x="2701641" y="3386543"/>
                </a:lnTo>
                <a:lnTo>
                  <a:pt x="2642539" y="3379766"/>
                </a:lnTo>
                <a:lnTo>
                  <a:pt x="2584899" y="3371192"/>
                </a:lnTo>
                <a:lnTo>
                  <a:pt x="2528844" y="3360886"/>
                </a:lnTo>
                <a:lnTo>
                  <a:pt x="2474503" y="3348909"/>
                </a:lnTo>
                <a:lnTo>
                  <a:pt x="2421999" y="3335325"/>
                </a:lnTo>
                <a:lnTo>
                  <a:pt x="2371459" y="3320196"/>
                </a:lnTo>
                <a:lnTo>
                  <a:pt x="2323008" y="3303584"/>
                </a:lnTo>
                <a:lnTo>
                  <a:pt x="2276773" y="3285553"/>
                </a:lnTo>
                <a:lnTo>
                  <a:pt x="2232878" y="3266166"/>
                </a:lnTo>
                <a:lnTo>
                  <a:pt x="2191449" y="3245484"/>
                </a:lnTo>
                <a:lnTo>
                  <a:pt x="2152613" y="3223571"/>
                </a:lnTo>
                <a:lnTo>
                  <a:pt x="2116494" y="3200490"/>
                </a:lnTo>
                <a:lnTo>
                  <a:pt x="2083219" y="3176304"/>
                </a:lnTo>
                <a:lnTo>
                  <a:pt x="2052913" y="3151074"/>
                </a:lnTo>
                <a:lnTo>
                  <a:pt x="2001710" y="3097737"/>
                </a:lnTo>
                <a:lnTo>
                  <a:pt x="1963892" y="3040981"/>
                </a:lnTo>
                <a:lnTo>
                  <a:pt x="1940464" y="2981309"/>
                </a:lnTo>
                <a:lnTo>
                  <a:pt x="1932432" y="2919222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711200" y="265939"/>
            <a:ext cx="12192000" cy="650875"/>
          </a:xfrm>
          <a:prstGeom prst="rect">
            <a:avLst/>
          </a:prstGeom>
        </p:spPr>
        <p:txBody>
          <a:bodyPr vert="horz" wrap="square" lIns="0" tIns="631139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Servlet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44486" y="916814"/>
            <a:ext cx="9571114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Công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nghệ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Servlet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dùng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tạo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các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ứng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dụng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động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Công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nghệ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Servlet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mạnh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mẽ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có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thể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mở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rộng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261681"/>
              </p:ext>
            </p:extLst>
          </p:nvPr>
        </p:nvGraphicFramePr>
        <p:xfrm>
          <a:off x="1066800" y="2362200"/>
          <a:ext cx="9836784" cy="3137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3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side: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side: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Front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Php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Java</a:t>
                      </a:r>
                      <a:r>
                        <a:rPr sz="1800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script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ASP.NET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VBScript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C++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HTML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Java</a:t>
                      </a:r>
                      <a:r>
                        <a:rPr sz="1800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JSP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Python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AJAX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Ruby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Rails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JQuery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……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….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1859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Times New Roman"/>
                <a:cs typeface="Times New Roman"/>
              </a:rPr>
              <a:t>Servlet?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16939" y="1422908"/>
            <a:ext cx="10082530" cy="2962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21334" indent="-228600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Servlet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28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đối</a:t>
            </a:r>
            <a:r>
              <a:rPr sz="28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tượng</a:t>
            </a:r>
            <a:r>
              <a:rPr sz="28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Java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mở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rộng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chức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năng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một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HTTP</a:t>
            </a:r>
            <a:r>
              <a:rPr sz="28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server</a:t>
            </a:r>
            <a:r>
              <a:rPr sz="2800" spc="-10" dirty="0">
                <a:latin typeface="Arial"/>
                <a:cs typeface="Arial"/>
              </a:rPr>
              <a:t>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đó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viết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bằng</a:t>
            </a:r>
            <a:r>
              <a:rPr sz="2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ngôn</a:t>
            </a:r>
            <a:r>
              <a:rPr sz="28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ngữ</a:t>
            </a:r>
            <a:r>
              <a:rPr sz="2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Arial"/>
                <a:cs typeface="Arial"/>
              </a:rPr>
              <a:t>java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Cơ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chế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hoạt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động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mô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CGI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mở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rộng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Chương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servlet:</a:t>
            </a:r>
            <a:endParaRPr sz="2800">
              <a:latin typeface="Arial"/>
              <a:cs typeface="Arial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Char char="•"/>
              <a:tabLst>
                <a:tab pos="699135" algn="l"/>
              </a:tabLst>
            </a:pP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thừa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HttpServlet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 có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phương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main</a:t>
            </a:r>
            <a:endParaRPr sz="2400">
              <a:latin typeface="Arial"/>
              <a:cs typeface="Arial"/>
            </a:endParaRPr>
          </a:p>
          <a:p>
            <a:pPr marL="698500" marR="5080" lvl="1" indent="-228600">
              <a:lnSpc>
                <a:spcPts val="2570"/>
              </a:lnSpc>
              <a:spcBef>
                <a:spcPts val="495"/>
              </a:spcBef>
              <a:buChar char="•"/>
              <a:tabLst>
                <a:tab pos="699135" algn="l"/>
              </a:tabLst>
            </a:pPr>
            <a:r>
              <a:rPr sz="2400" dirty="0">
                <a:latin typeface="Arial"/>
                <a:cs typeface="Arial"/>
              </a:rPr>
              <a:t>Phải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 dịch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 byte-code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khai báo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với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web server</a:t>
            </a:r>
            <a:r>
              <a:rPr sz="2400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hoặc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sử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dụng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tiền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sử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lý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6026" y="349592"/>
            <a:ext cx="34601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Times New Roman"/>
                <a:cs typeface="Times New Roman"/>
              </a:rPr>
              <a:t>Vòng</a:t>
            </a:r>
            <a:r>
              <a:rPr sz="3200" b="0" spc="-2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đời của</a:t>
            </a:r>
            <a:r>
              <a:rPr sz="3200" b="0" spc="-1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Calibri Light"/>
                <a:cs typeface="Calibri Light"/>
              </a:rPr>
              <a:t>Servlet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68" y="95025"/>
            <a:ext cx="6948635" cy="38247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56122" y="1103194"/>
            <a:ext cx="4479925" cy="4811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 marR="350520" indent="-304165">
              <a:lnSpc>
                <a:spcPct val="105000"/>
              </a:lnSpc>
              <a:spcBef>
                <a:spcPts val="95"/>
              </a:spcBef>
              <a:buClr>
                <a:srgbClr val="F1B153"/>
              </a:buClr>
              <a:buFont typeface="Wingdings"/>
              <a:buChar char=""/>
              <a:tabLst>
                <a:tab pos="316865" algn="l"/>
                <a:tab pos="3175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init()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được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gọi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khi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đối </a:t>
            </a:r>
            <a:r>
              <a:rPr sz="2600" dirty="0">
                <a:latin typeface="Calibri"/>
                <a:cs typeface="Calibri"/>
              </a:rPr>
              <a:t>tượng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servlet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được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tạo.</a:t>
            </a:r>
            <a:endParaRPr sz="2600" dirty="0">
              <a:latin typeface="Calibri"/>
              <a:cs typeface="Calibri"/>
            </a:endParaRPr>
          </a:p>
          <a:p>
            <a:pPr marL="316865" marR="5080" indent="-304165">
              <a:lnSpc>
                <a:spcPct val="105000"/>
              </a:lnSpc>
              <a:spcBef>
                <a:spcPts val="1205"/>
              </a:spcBef>
              <a:buClr>
                <a:srgbClr val="F1B153"/>
              </a:buClr>
              <a:buFont typeface="Wingdings"/>
              <a:buChar char=""/>
              <a:tabLst>
                <a:tab pos="316865" algn="l"/>
                <a:tab pos="3175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service():</a:t>
            </a:r>
            <a:r>
              <a:rPr sz="26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được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viện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dẫn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mỗi </a:t>
            </a:r>
            <a:r>
              <a:rPr sz="2600" dirty="0">
                <a:latin typeface="Calibri"/>
                <a:cs typeface="Calibri"/>
              </a:rPr>
              <a:t>lần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một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yêu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cầu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được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nhận</a:t>
            </a:r>
            <a:endParaRPr sz="2600" dirty="0">
              <a:latin typeface="Calibri"/>
              <a:cs typeface="Calibri"/>
            </a:endParaRPr>
          </a:p>
          <a:p>
            <a:pPr marL="316865" marR="564515" indent="-304165">
              <a:lnSpc>
                <a:spcPct val="105000"/>
              </a:lnSpc>
              <a:spcBef>
                <a:spcPts val="1200"/>
              </a:spcBef>
              <a:buClr>
                <a:srgbClr val="F1B153"/>
              </a:buClr>
              <a:buFont typeface="Wingdings"/>
              <a:buChar char=""/>
              <a:tabLst>
                <a:tab pos="316865" algn="l"/>
                <a:tab pos="317500" algn="l"/>
              </a:tabLst>
            </a:pP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destroy():</a:t>
            </a:r>
            <a:r>
              <a:rPr sz="26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được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viện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dẫn </a:t>
            </a:r>
            <a:r>
              <a:rPr sz="2600" dirty="0">
                <a:latin typeface="Calibri"/>
                <a:cs typeface="Calibri"/>
              </a:rPr>
              <a:t>trước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khi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servlet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bị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hủy</a:t>
            </a:r>
            <a:endParaRPr sz="2600" dirty="0">
              <a:latin typeface="Calibri"/>
              <a:cs typeface="Calibri"/>
            </a:endParaRPr>
          </a:p>
          <a:p>
            <a:pPr marL="316865" marR="62230" indent="-304165">
              <a:lnSpc>
                <a:spcPct val="105100"/>
              </a:lnSpc>
              <a:spcBef>
                <a:spcPts val="1200"/>
              </a:spcBef>
              <a:buClr>
                <a:srgbClr val="F1B153"/>
              </a:buClr>
              <a:buFont typeface="Wingdings"/>
              <a:buChar char=""/>
              <a:tabLst>
                <a:tab pos="316865" algn="l"/>
                <a:tab pos="317500" algn="l"/>
              </a:tabLst>
            </a:pP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getServletConfig():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thông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số </a:t>
            </a:r>
            <a:r>
              <a:rPr sz="2600" dirty="0">
                <a:latin typeface="Calibri"/>
                <a:cs typeface="Calibri"/>
              </a:rPr>
              <a:t>cấu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hình</a:t>
            </a:r>
            <a:endParaRPr sz="2600" dirty="0">
              <a:latin typeface="Calibri"/>
              <a:cs typeface="Calibri"/>
            </a:endParaRPr>
          </a:p>
          <a:p>
            <a:pPr marL="316865" marR="356235" indent="-304165">
              <a:lnSpc>
                <a:spcPct val="105000"/>
              </a:lnSpc>
              <a:spcBef>
                <a:spcPts val="1200"/>
              </a:spcBef>
              <a:buClr>
                <a:srgbClr val="F1B153"/>
              </a:buClr>
              <a:buFont typeface="Wingdings"/>
              <a:buChar char=""/>
              <a:tabLst>
                <a:tab pos="316865" algn="l"/>
                <a:tab pos="317500" algn="l"/>
              </a:tabLst>
            </a:pP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getServletInfo():</a:t>
            </a:r>
            <a:r>
              <a:rPr sz="2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thông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tin </a:t>
            </a:r>
            <a:r>
              <a:rPr sz="2600" spc="-10" dirty="0">
                <a:latin typeface="Calibri"/>
                <a:cs typeface="Calibri"/>
              </a:rPr>
              <a:t>servlet</a:t>
            </a:r>
            <a:endParaRPr sz="26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99922" y="4767071"/>
            <a:ext cx="1205230" cy="1720214"/>
            <a:chOff x="999922" y="4767071"/>
            <a:chExt cx="1205230" cy="172021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9922" y="4767071"/>
              <a:ext cx="870025" cy="12115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34312" y="4900421"/>
              <a:ext cx="374650" cy="847725"/>
            </a:xfrm>
            <a:custGeom>
              <a:avLst/>
              <a:gdLst/>
              <a:ahLst/>
              <a:cxnLst/>
              <a:rect l="l" t="t" r="r" b="b"/>
              <a:pathLst>
                <a:path w="374650" h="847725">
                  <a:moveTo>
                    <a:pt x="374650" y="752094"/>
                  </a:moveTo>
                  <a:lnTo>
                    <a:pt x="311150" y="720344"/>
                  </a:lnTo>
                  <a:lnTo>
                    <a:pt x="184150" y="656844"/>
                  </a:lnTo>
                  <a:lnTo>
                    <a:pt x="184150" y="720344"/>
                  </a:lnTo>
                  <a:lnTo>
                    <a:pt x="0" y="720344"/>
                  </a:lnTo>
                  <a:lnTo>
                    <a:pt x="0" y="783844"/>
                  </a:lnTo>
                  <a:lnTo>
                    <a:pt x="184150" y="783844"/>
                  </a:lnTo>
                  <a:lnTo>
                    <a:pt x="184150" y="847344"/>
                  </a:lnTo>
                  <a:lnTo>
                    <a:pt x="311150" y="783844"/>
                  </a:lnTo>
                  <a:lnTo>
                    <a:pt x="374650" y="752094"/>
                  </a:lnTo>
                  <a:close/>
                </a:path>
                <a:path w="374650" h="847725">
                  <a:moveTo>
                    <a:pt x="374650" y="436626"/>
                  </a:moveTo>
                  <a:lnTo>
                    <a:pt x="311150" y="404876"/>
                  </a:lnTo>
                  <a:lnTo>
                    <a:pt x="184150" y="341376"/>
                  </a:lnTo>
                  <a:lnTo>
                    <a:pt x="184150" y="404876"/>
                  </a:lnTo>
                  <a:lnTo>
                    <a:pt x="0" y="404876"/>
                  </a:lnTo>
                  <a:lnTo>
                    <a:pt x="0" y="468376"/>
                  </a:lnTo>
                  <a:lnTo>
                    <a:pt x="184150" y="468376"/>
                  </a:lnTo>
                  <a:lnTo>
                    <a:pt x="184150" y="531876"/>
                  </a:lnTo>
                  <a:lnTo>
                    <a:pt x="311150" y="468376"/>
                  </a:lnTo>
                  <a:lnTo>
                    <a:pt x="374650" y="436626"/>
                  </a:lnTo>
                  <a:close/>
                </a:path>
                <a:path w="374650" h="847725">
                  <a:moveTo>
                    <a:pt x="374650" y="95250"/>
                  </a:moveTo>
                  <a:lnTo>
                    <a:pt x="311150" y="63500"/>
                  </a:lnTo>
                  <a:lnTo>
                    <a:pt x="184150" y="0"/>
                  </a:lnTo>
                  <a:lnTo>
                    <a:pt x="184150" y="63500"/>
                  </a:lnTo>
                  <a:lnTo>
                    <a:pt x="0" y="63500"/>
                  </a:lnTo>
                  <a:lnTo>
                    <a:pt x="0" y="127000"/>
                  </a:lnTo>
                  <a:lnTo>
                    <a:pt x="184150" y="127000"/>
                  </a:lnTo>
                  <a:lnTo>
                    <a:pt x="184150" y="190500"/>
                  </a:lnTo>
                  <a:lnTo>
                    <a:pt x="311150" y="127000"/>
                  </a:lnTo>
                  <a:lnTo>
                    <a:pt x="374650" y="9525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6329" y="5702731"/>
              <a:ext cx="1079500" cy="775335"/>
            </a:xfrm>
            <a:custGeom>
              <a:avLst/>
              <a:gdLst/>
              <a:ahLst/>
              <a:cxnLst/>
              <a:rect l="l" t="t" r="r" b="b"/>
              <a:pathLst>
                <a:path w="1079500" h="775335">
                  <a:moveTo>
                    <a:pt x="1026921" y="462610"/>
                  </a:moveTo>
                  <a:lnTo>
                    <a:pt x="52069" y="462610"/>
                  </a:lnTo>
                  <a:lnTo>
                    <a:pt x="31803" y="466702"/>
                  </a:lnTo>
                  <a:lnTo>
                    <a:pt x="15252" y="477862"/>
                  </a:lnTo>
                  <a:lnTo>
                    <a:pt x="4092" y="494414"/>
                  </a:lnTo>
                  <a:lnTo>
                    <a:pt x="0" y="514680"/>
                  </a:lnTo>
                  <a:lnTo>
                    <a:pt x="0" y="722960"/>
                  </a:lnTo>
                  <a:lnTo>
                    <a:pt x="4092" y="743226"/>
                  </a:lnTo>
                  <a:lnTo>
                    <a:pt x="15252" y="759777"/>
                  </a:lnTo>
                  <a:lnTo>
                    <a:pt x="31803" y="770937"/>
                  </a:lnTo>
                  <a:lnTo>
                    <a:pt x="52069" y="775030"/>
                  </a:lnTo>
                  <a:lnTo>
                    <a:pt x="1026921" y="775030"/>
                  </a:lnTo>
                  <a:lnTo>
                    <a:pt x="1047166" y="770937"/>
                  </a:lnTo>
                  <a:lnTo>
                    <a:pt x="1063720" y="759777"/>
                  </a:lnTo>
                  <a:lnTo>
                    <a:pt x="1074892" y="743226"/>
                  </a:lnTo>
                  <a:lnTo>
                    <a:pt x="1078992" y="722960"/>
                  </a:lnTo>
                  <a:lnTo>
                    <a:pt x="1078992" y="514680"/>
                  </a:lnTo>
                  <a:lnTo>
                    <a:pt x="1074892" y="494414"/>
                  </a:lnTo>
                  <a:lnTo>
                    <a:pt x="1063720" y="477862"/>
                  </a:lnTo>
                  <a:lnTo>
                    <a:pt x="1047166" y="466702"/>
                  </a:lnTo>
                  <a:lnTo>
                    <a:pt x="1026921" y="462610"/>
                  </a:lnTo>
                  <a:close/>
                </a:path>
                <a:path w="1079500" h="775335">
                  <a:moveTo>
                    <a:pt x="742188" y="0"/>
                  </a:moveTo>
                  <a:lnTo>
                    <a:pt x="629412" y="462610"/>
                  </a:lnTo>
                  <a:lnTo>
                    <a:pt x="899159" y="462610"/>
                  </a:lnTo>
                  <a:lnTo>
                    <a:pt x="742188" y="0"/>
                  </a:lnTo>
                  <a:close/>
                </a:path>
              </a:pathLst>
            </a:custGeom>
            <a:solidFill>
              <a:srgbClr val="663605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6329" y="5702731"/>
              <a:ext cx="1079500" cy="775335"/>
            </a:xfrm>
            <a:custGeom>
              <a:avLst/>
              <a:gdLst/>
              <a:ahLst/>
              <a:cxnLst/>
              <a:rect l="l" t="t" r="r" b="b"/>
              <a:pathLst>
                <a:path w="1079500" h="775335">
                  <a:moveTo>
                    <a:pt x="0" y="514680"/>
                  </a:moveTo>
                  <a:lnTo>
                    <a:pt x="4092" y="494414"/>
                  </a:lnTo>
                  <a:lnTo>
                    <a:pt x="15252" y="477862"/>
                  </a:lnTo>
                  <a:lnTo>
                    <a:pt x="31803" y="466702"/>
                  </a:lnTo>
                  <a:lnTo>
                    <a:pt x="52069" y="462610"/>
                  </a:lnTo>
                  <a:lnTo>
                    <a:pt x="629412" y="462610"/>
                  </a:lnTo>
                  <a:lnTo>
                    <a:pt x="742188" y="0"/>
                  </a:lnTo>
                  <a:lnTo>
                    <a:pt x="899159" y="462610"/>
                  </a:lnTo>
                  <a:lnTo>
                    <a:pt x="1026921" y="462610"/>
                  </a:lnTo>
                  <a:lnTo>
                    <a:pt x="1047166" y="466702"/>
                  </a:lnTo>
                  <a:lnTo>
                    <a:pt x="1063720" y="477862"/>
                  </a:lnTo>
                  <a:lnTo>
                    <a:pt x="1074892" y="494414"/>
                  </a:lnTo>
                  <a:lnTo>
                    <a:pt x="1078992" y="514680"/>
                  </a:lnTo>
                  <a:lnTo>
                    <a:pt x="1078992" y="592785"/>
                  </a:lnTo>
                  <a:lnTo>
                    <a:pt x="1078992" y="722960"/>
                  </a:lnTo>
                  <a:lnTo>
                    <a:pt x="1074892" y="743226"/>
                  </a:lnTo>
                  <a:lnTo>
                    <a:pt x="1063720" y="759777"/>
                  </a:lnTo>
                  <a:lnTo>
                    <a:pt x="1047166" y="770937"/>
                  </a:lnTo>
                  <a:lnTo>
                    <a:pt x="1026921" y="775030"/>
                  </a:lnTo>
                  <a:lnTo>
                    <a:pt x="899159" y="775030"/>
                  </a:lnTo>
                  <a:lnTo>
                    <a:pt x="629412" y="775030"/>
                  </a:lnTo>
                  <a:lnTo>
                    <a:pt x="52069" y="775030"/>
                  </a:lnTo>
                  <a:lnTo>
                    <a:pt x="31803" y="770937"/>
                  </a:lnTo>
                  <a:lnTo>
                    <a:pt x="15252" y="759777"/>
                  </a:lnTo>
                  <a:lnTo>
                    <a:pt x="4092" y="743226"/>
                  </a:lnTo>
                  <a:lnTo>
                    <a:pt x="0" y="722960"/>
                  </a:lnTo>
                  <a:lnTo>
                    <a:pt x="0" y="592785"/>
                  </a:lnTo>
                  <a:lnTo>
                    <a:pt x="0" y="514680"/>
                  </a:lnTo>
                  <a:close/>
                </a:path>
              </a:pathLst>
            </a:custGeom>
            <a:ln w="19050">
              <a:solidFill>
                <a:srgbClr val="F8D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4917" y="4155185"/>
            <a:ext cx="5518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Web </a:t>
            </a:r>
            <a:r>
              <a:rPr sz="1600" spc="-20" dirty="0">
                <a:latin typeface="Calibri"/>
                <a:cs typeface="Calibri"/>
              </a:rPr>
              <a:t>Server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29784" y="4619244"/>
            <a:ext cx="1163320" cy="378460"/>
          </a:xfrm>
          <a:custGeom>
            <a:avLst/>
            <a:gdLst/>
            <a:ahLst/>
            <a:cxnLst/>
            <a:rect l="l" t="t" r="r" b="b"/>
            <a:pathLst>
              <a:path w="1163320" h="378460">
                <a:moveTo>
                  <a:pt x="0" y="377951"/>
                </a:moveTo>
                <a:lnTo>
                  <a:pt x="1162812" y="377951"/>
                </a:lnTo>
                <a:lnTo>
                  <a:pt x="1162812" y="0"/>
                </a:lnTo>
                <a:lnTo>
                  <a:pt x="0" y="0"/>
                </a:lnTo>
                <a:lnTo>
                  <a:pt x="0" y="377951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29784" y="4619244"/>
            <a:ext cx="1163320" cy="37846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3746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2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init()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31308" y="5108447"/>
            <a:ext cx="1163320" cy="378460"/>
          </a:xfrm>
          <a:custGeom>
            <a:avLst/>
            <a:gdLst/>
            <a:ahLst/>
            <a:cxnLst/>
            <a:rect l="l" t="t" r="r" b="b"/>
            <a:pathLst>
              <a:path w="1163320" h="378460">
                <a:moveTo>
                  <a:pt x="0" y="377951"/>
                </a:moveTo>
                <a:lnTo>
                  <a:pt x="1162812" y="377951"/>
                </a:lnTo>
                <a:lnTo>
                  <a:pt x="1162812" y="0"/>
                </a:lnTo>
                <a:lnTo>
                  <a:pt x="0" y="0"/>
                </a:lnTo>
                <a:lnTo>
                  <a:pt x="0" y="377951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31308" y="5108447"/>
            <a:ext cx="1163320" cy="37846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2159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7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service()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87797" y="5594350"/>
            <a:ext cx="1322070" cy="391160"/>
            <a:chOff x="4987797" y="5594350"/>
            <a:chExt cx="1322070" cy="391160"/>
          </a:xfrm>
        </p:grpSpPr>
        <p:sp>
          <p:nvSpPr>
            <p:cNvPr id="16" name="object 16"/>
            <p:cNvSpPr/>
            <p:nvPr/>
          </p:nvSpPr>
          <p:spPr>
            <a:xfrm>
              <a:off x="4994147" y="5600700"/>
              <a:ext cx="1309370" cy="378460"/>
            </a:xfrm>
            <a:custGeom>
              <a:avLst/>
              <a:gdLst/>
              <a:ahLst/>
              <a:cxnLst/>
              <a:rect l="l" t="t" r="r" b="b"/>
              <a:pathLst>
                <a:path w="1309370" h="378460">
                  <a:moveTo>
                    <a:pt x="1309115" y="0"/>
                  </a:moveTo>
                  <a:lnTo>
                    <a:pt x="0" y="0"/>
                  </a:lnTo>
                  <a:lnTo>
                    <a:pt x="0" y="377952"/>
                  </a:lnTo>
                  <a:lnTo>
                    <a:pt x="1309115" y="377952"/>
                  </a:lnTo>
                  <a:lnTo>
                    <a:pt x="130911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4147" y="5600700"/>
              <a:ext cx="1309370" cy="378460"/>
            </a:xfrm>
            <a:custGeom>
              <a:avLst/>
              <a:gdLst/>
              <a:ahLst/>
              <a:cxnLst/>
              <a:rect l="l" t="t" r="r" b="b"/>
              <a:pathLst>
                <a:path w="1309370" h="378460">
                  <a:moveTo>
                    <a:pt x="0" y="377952"/>
                  </a:moveTo>
                  <a:lnTo>
                    <a:pt x="1309115" y="377952"/>
                  </a:lnTo>
                  <a:lnTo>
                    <a:pt x="1309115" y="0"/>
                  </a:lnTo>
                  <a:lnTo>
                    <a:pt x="0" y="0"/>
                  </a:lnTo>
                  <a:lnTo>
                    <a:pt x="0" y="37795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00497" y="5626100"/>
            <a:ext cx="1296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destroyed()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19273" y="4620514"/>
            <a:ext cx="1012825" cy="1364615"/>
            <a:chOff x="2319273" y="4620514"/>
            <a:chExt cx="1012825" cy="1364615"/>
          </a:xfrm>
        </p:grpSpPr>
        <p:sp>
          <p:nvSpPr>
            <p:cNvPr id="20" name="object 20"/>
            <p:cNvSpPr/>
            <p:nvPr/>
          </p:nvSpPr>
          <p:spPr>
            <a:xfrm>
              <a:off x="2325623" y="4626864"/>
              <a:ext cx="1000125" cy="1351915"/>
            </a:xfrm>
            <a:custGeom>
              <a:avLst/>
              <a:gdLst/>
              <a:ahLst/>
              <a:cxnLst/>
              <a:rect l="l" t="t" r="r" b="b"/>
              <a:pathLst>
                <a:path w="1000125" h="1351914">
                  <a:moveTo>
                    <a:pt x="999744" y="0"/>
                  </a:moveTo>
                  <a:lnTo>
                    <a:pt x="0" y="0"/>
                  </a:lnTo>
                  <a:lnTo>
                    <a:pt x="0" y="1351788"/>
                  </a:lnTo>
                  <a:lnTo>
                    <a:pt x="999744" y="1351788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25623" y="4626864"/>
              <a:ext cx="1000125" cy="1351915"/>
            </a:xfrm>
            <a:custGeom>
              <a:avLst/>
              <a:gdLst/>
              <a:ahLst/>
              <a:cxnLst/>
              <a:rect l="l" t="t" r="r" b="b"/>
              <a:pathLst>
                <a:path w="1000125" h="1351914">
                  <a:moveTo>
                    <a:pt x="0" y="1351788"/>
                  </a:moveTo>
                  <a:lnTo>
                    <a:pt x="999744" y="1351788"/>
                  </a:lnTo>
                  <a:lnTo>
                    <a:pt x="999744" y="0"/>
                  </a:lnTo>
                  <a:lnTo>
                    <a:pt x="0" y="0"/>
                  </a:lnTo>
                  <a:lnTo>
                    <a:pt x="0" y="135178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07666" y="5035041"/>
            <a:ext cx="8337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Servlet Container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75634" y="4695190"/>
            <a:ext cx="967105" cy="381635"/>
            <a:chOff x="3675634" y="4695190"/>
            <a:chExt cx="967105" cy="381635"/>
          </a:xfrm>
        </p:grpSpPr>
        <p:sp>
          <p:nvSpPr>
            <p:cNvPr id="24" name="object 24"/>
            <p:cNvSpPr/>
            <p:nvPr/>
          </p:nvSpPr>
          <p:spPr>
            <a:xfrm>
              <a:off x="3681984" y="4701540"/>
              <a:ext cx="954405" cy="368935"/>
            </a:xfrm>
            <a:custGeom>
              <a:avLst/>
              <a:gdLst/>
              <a:ahLst/>
              <a:cxnLst/>
              <a:rect l="l" t="t" r="r" b="b"/>
              <a:pathLst>
                <a:path w="954404" h="368935">
                  <a:moveTo>
                    <a:pt x="477012" y="0"/>
                  </a:moveTo>
                  <a:lnTo>
                    <a:pt x="412294" y="1683"/>
                  </a:lnTo>
                  <a:lnTo>
                    <a:pt x="350220" y="6586"/>
                  </a:lnTo>
                  <a:lnTo>
                    <a:pt x="291357" y="14489"/>
                  </a:lnTo>
                  <a:lnTo>
                    <a:pt x="236276" y="25174"/>
                  </a:lnTo>
                  <a:lnTo>
                    <a:pt x="185544" y="38419"/>
                  </a:lnTo>
                  <a:lnTo>
                    <a:pt x="139731" y="54006"/>
                  </a:lnTo>
                  <a:lnTo>
                    <a:pt x="99406" y="71715"/>
                  </a:lnTo>
                  <a:lnTo>
                    <a:pt x="65136" y="91327"/>
                  </a:lnTo>
                  <a:lnTo>
                    <a:pt x="17042" y="135378"/>
                  </a:lnTo>
                  <a:lnTo>
                    <a:pt x="0" y="184404"/>
                  </a:lnTo>
                  <a:lnTo>
                    <a:pt x="4355" y="209428"/>
                  </a:lnTo>
                  <a:lnTo>
                    <a:pt x="37492" y="256186"/>
                  </a:lnTo>
                  <a:lnTo>
                    <a:pt x="99406" y="297092"/>
                  </a:lnTo>
                  <a:lnTo>
                    <a:pt x="139731" y="314801"/>
                  </a:lnTo>
                  <a:lnTo>
                    <a:pt x="185544" y="330388"/>
                  </a:lnTo>
                  <a:lnTo>
                    <a:pt x="236276" y="343633"/>
                  </a:lnTo>
                  <a:lnTo>
                    <a:pt x="291357" y="354318"/>
                  </a:lnTo>
                  <a:lnTo>
                    <a:pt x="350220" y="362221"/>
                  </a:lnTo>
                  <a:lnTo>
                    <a:pt x="412294" y="367124"/>
                  </a:lnTo>
                  <a:lnTo>
                    <a:pt x="477012" y="368808"/>
                  </a:lnTo>
                  <a:lnTo>
                    <a:pt x="541729" y="367124"/>
                  </a:lnTo>
                  <a:lnTo>
                    <a:pt x="603803" y="362221"/>
                  </a:lnTo>
                  <a:lnTo>
                    <a:pt x="662666" y="354318"/>
                  </a:lnTo>
                  <a:lnTo>
                    <a:pt x="717747" y="343633"/>
                  </a:lnTo>
                  <a:lnTo>
                    <a:pt x="768479" y="330388"/>
                  </a:lnTo>
                  <a:lnTo>
                    <a:pt x="814292" y="314801"/>
                  </a:lnTo>
                  <a:lnTo>
                    <a:pt x="854617" y="297092"/>
                  </a:lnTo>
                  <a:lnTo>
                    <a:pt x="888887" y="277480"/>
                  </a:lnTo>
                  <a:lnTo>
                    <a:pt x="936981" y="233429"/>
                  </a:lnTo>
                  <a:lnTo>
                    <a:pt x="954024" y="184404"/>
                  </a:lnTo>
                  <a:lnTo>
                    <a:pt x="949668" y="159379"/>
                  </a:lnTo>
                  <a:lnTo>
                    <a:pt x="916531" y="112621"/>
                  </a:lnTo>
                  <a:lnTo>
                    <a:pt x="854617" y="71715"/>
                  </a:lnTo>
                  <a:lnTo>
                    <a:pt x="814292" y="54006"/>
                  </a:lnTo>
                  <a:lnTo>
                    <a:pt x="768479" y="38419"/>
                  </a:lnTo>
                  <a:lnTo>
                    <a:pt x="717747" y="25174"/>
                  </a:lnTo>
                  <a:lnTo>
                    <a:pt x="662666" y="14489"/>
                  </a:lnTo>
                  <a:lnTo>
                    <a:pt x="603803" y="6586"/>
                  </a:lnTo>
                  <a:lnTo>
                    <a:pt x="541729" y="168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81984" y="4701540"/>
              <a:ext cx="954405" cy="368935"/>
            </a:xfrm>
            <a:custGeom>
              <a:avLst/>
              <a:gdLst/>
              <a:ahLst/>
              <a:cxnLst/>
              <a:rect l="l" t="t" r="r" b="b"/>
              <a:pathLst>
                <a:path w="954404" h="368935">
                  <a:moveTo>
                    <a:pt x="0" y="184404"/>
                  </a:moveTo>
                  <a:lnTo>
                    <a:pt x="17042" y="135378"/>
                  </a:lnTo>
                  <a:lnTo>
                    <a:pt x="65136" y="91327"/>
                  </a:lnTo>
                  <a:lnTo>
                    <a:pt x="99406" y="71715"/>
                  </a:lnTo>
                  <a:lnTo>
                    <a:pt x="139731" y="54006"/>
                  </a:lnTo>
                  <a:lnTo>
                    <a:pt x="185544" y="38419"/>
                  </a:lnTo>
                  <a:lnTo>
                    <a:pt x="236276" y="25174"/>
                  </a:lnTo>
                  <a:lnTo>
                    <a:pt x="291357" y="14489"/>
                  </a:lnTo>
                  <a:lnTo>
                    <a:pt x="350220" y="6586"/>
                  </a:lnTo>
                  <a:lnTo>
                    <a:pt x="412294" y="1683"/>
                  </a:lnTo>
                  <a:lnTo>
                    <a:pt x="477012" y="0"/>
                  </a:lnTo>
                  <a:lnTo>
                    <a:pt x="541729" y="1683"/>
                  </a:lnTo>
                  <a:lnTo>
                    <a:pt x="603803" y="6586"/>
                  </a:lnTo>
                  <a:lnTo>
                    <a:pt x="662666" y="14489"/>
                  </a:lnTo>
                  <a:lnTo>
                    <a:pt x="717747" y="25174"/>
                  </a:lnTo>
                  <a:lnTo>
                    <a:pt x="768479" y="38419"/>
                  </a:lnTo>
                  <a:lnTo>
                    <a:pt x="814292" y="54006"/>
                  </a:lnTo>
                  <a:lnTo>
                    <a:pt x="854617" y="71715"/>
                  </a:lnTo>
                  <a:lnTo>
                    <a:pt x="888887" y="91327"/>
                  </a:lnTo>
                  <a:lnTo>
                    <a:pt x="936981" y="135378"/>
                  </a:lnTo>
                  <a:lnTo>
                    <a:pt x="954024" y="184404"/>
                  </a:lnTo>
                  <a:lnTo>
                    <a:pt x="949668" y="209428"/>
                  </a:lnTo>
                  <a:lnTo>
                    <a:pt x="916531" y="256186"/>
                  </a:lnTo>
                  <a:lnTo>
                    <a:pt x="854617" y="297092"/>
                  </a:lnTo>
                  <a:lnTo>
                    <a:pt x="814292" y="314801"/>
                  </a:lnTo>
                  <a:lnTo>
                    <a:pt x="768479" y="330388"/>
                  </a:lnTo>
                  <a:lnTo>
                    <a:pt x="717747" y="343633"/>
                  </a:lnTo>
                  <a:lnTo>
                    <a:pt x="662666" y="354318"/>
                  </a:lnTo>
                  <a:lnTo>
                    <a:pt x="603803" y="362221"/>
                  </a:lnTo>
                  <a:lnTo>
                    <a:pt x="541729" y="367124"/>
                  </a:lnTo>
                  <a:lnTo>
                    <a:pt x="477012" y="368808"/>
                  </a:lnTo>
                  <a:lnTo>
                    <a:pt x="412294" y="367124"/>
                  </a:lnTo>
                  <a:lnTo>
                    <a:pt x="350220" y="362221"/>
                  </a:lnTo>
                  <a:lnTo>
                    <a:pt x="291357" y="354318"/>
                  </a:lnTo>
                  <a:lnTo>
                    <a:pt x="236276" y="343633"/>
                  </a:lnTo>
                  <a:lnTo>
                    <a:pt x="185544" y="330388"/>
                  </a:lnTo>
                  <a:lnTo>
                    <a:pt x="139731" y="314801"/>
                  </a:lnTo>
                  <a:lnTo>
                    <a:pt x="99406" y="297092"/>
                  </a:lnTo>
                  <a:lnTo>
                    <a:pt x="65136" y="277480"/>
                  </a:lnTo>
                  <a:lnTo>
                    <a:pt x="17042" y="233429"/>
                  </a:lnTo>
                  <a:lnTo>
                    <a:pt x="0" y="184404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27728" y="4681550"/>
            <a:ext cx="462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Thread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75634" y="5117338"/>
            <a:ext cx="967105" cy="381635"/>
            <a:chOff x="3675634" y="5117338"/>
            <a:chExt cx="967105" cy="381635"/>
          </a:xfrm>
        </p:grpSpPr>
        <p:sp>
          <p:nvSpPr>
            <p:cNvPr id="28" name="object 28"/>
            <p:cNvSpPr/>
            <p:nvPr/>
          </p:nvSpPr>
          <p:spPr>
            <a:xfrm>
              <a:off x="3681984" y="5123688"/>
              <a:ext cx="954405" cy="368935"/>
            </a:xfrm>
            <a:custGeom>
              <a:avLst/>
              <a:gdLst/>
              <a:ahLst/>
              <a:cxnLst/>
              <a:rect l="l" t="t" r="r" b="b"/>
              <a:pathLst>
                <a:path w="954404" h="368935">
                  <a:moveTo>
                    <a:pt x="477012" y="0"/>
                  </a:moveTo>
                  <a:lnTo>
                    <a:pt x="412294" y="1683"/>
                  </a:lnTo>
                  <a:lnTo>
                    <a:pt x="350220" y="6586"/>
                  </a:lnTo>
                  <a:lnTo>
                    <a:pt x="291357" y="14489"/>
                  </a:lnTo>
                  <a:lnTo>
                    <a:pt x="236276" y="25174"/>
                  </a:lnTo>
                  <a:lnTo>
                    <a:pt x="185544" y="38419"/>
                  </a:lnTo>
                  <a:lnTo>
                    <a:pt x="139731" y="54006"/>
                  </a:lnTo>
                  <a:lnTo>
                    <a:pt x="99406" y="71715"/>
                  </a:lnTo>
                  <a:lnTo>
                    <a:pt x="65136" y="91327"/>
                  </a:lnTo>
                  <a:lnTo>
                    <a:pt x="17042" y="135378"/>
                  </a:lnTo>
                  <a:lnTo>
                    <a:pt x="0" y="184403"/>
                  </a:lnTo>
                  <a:lnTo>
                    <a:pt x="4355" y="209428"/>
                  </a:lnTo>
                  <a:lnTo>
                    <a:pt x="37492" y="256186"/>
                  </a:lnTo>
                  <a:lnTo>
                    <a:pt x="99406" y="297092"/>
                  </a:lnTo>
                  <a:lnTo>
                    <a:pt x="139731" y="314801"/>
                  </a:lnTo>
                  <a:lnTo>
                    <a:pt x="185544" y="330388"/>
                  </a:lnTo>
                  <a:lnTo>
                    <a:pt x="236276" y="343633"/>
                  </a:lnTo>
                  <a:lnTo>
                    <a:pt x="291357" y="354318"/>
                  </a:lnTo>
                  <a:lnTo>
                    <a:pt x="350220" y="362221"/>
                  </a:lnTo>
                  <a:lnTo>
                    <a:pt x="412294" y="367124"/>
                  </a:lnTo>
                  <a:lnTo>
                    <a:pt x="477012" y="368808"/>
                  </a:lnTo>
                  <a:lnTo>
                    <a:pt x="541729" y="367124"/>
                  </a:lnTo>
                  <a:lnTo>
                    <a:pt x="603803" y="362221"/>
                  </a:lnTo>
                  <a:lnTo>
                    <a:pt x="662666" y="354318"/>
                  </a:lnTo>
                  <a:lnTo>
                    <a:pt x="717747" y="343633"/>
                  </a:lnTo>
                  <a:lnTo>
                    <a:pt x="768479" y="330388"/>
                  </a:lnTo>
                  <a:lnTo>
                    <a:pt x="814292" y="314801"/>
                  </a:lnTo>
                  <a:lnTo>
                    <a:pt x="854617" y="297092"/>
                  </a:lnTo>
                  <a:lnTo>
                    <a:pt x="888887" y="277480"/>
                  </a:lnTo>
                  <a:lnTo>
                    <a:pt x="936981" y="233429"/>
                  </a:lnTo>
                  <a:lnTo>
                    <a:pt x="954024" y="184403"/>
                  </a:lnTo>
                  <a:lnTo>
                    <a:pt x="949668" y="159379"/>
                  </a:lnTo>
                  <a:lnTo>
                    <a:pt x="916531" y="112621"/>
                  </a:lnTo>
                  <a:lnTo>
                    <a:pt x="854617" y="71715"/>
                  </a:lnTo>
                  <a:lnTo>
                    <a:pt x="814292" y="54006"/>
                  </a:lnTo>
                  <a:lnTo>
                    <a:pt x="768479" y="38419"/>
                  </a:lnTo>
                  <a:lnTo>
                    <a:pt x="717747" y="25174"/>
                  </a:lnTo>
                  <a:lnTo>
                    <a:pt x="662666" y="14489"/>
                  </a:lnTo>
                  <a:lnTo>
                    <a:pt x="603803" y="6586"/>
                  </a:lnTo>
                  <a:lnTo>
                    <a:pt x="541729" y="168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81984" y="5123688"/>
              <a:ext cx="954405" cy="368935"/>
            </a:xfrm>
            <a:custGeom>
              <a:avLst/>
              <a:gdLst/>
              <a:ahLst/>
              <a:cxnLst/>
              <a:rect l="l" t="t" r="r" b="b"/>
              <a:pathLst>
                <a:path w="954404" h="368935">
                  <a:moveTo>
                    <a:pt x="0" y="184403"/>
                  </a:moveTo>
                  <a:lnTo>
                    <a:pt x="17042" y="135378"/>
                  </a:lnTo>
                  <a:lnTo>
                    <a:pt x="65136" y="91327"/>
                  </a:lnTo>
                  <a:lnTo>
                    <a:pt x="99406" y="71715"/>
                  </a:lnTo>
                  <a:lnTo>
                    <a:pt x="139731" y="54006"/>
                  </a:lnTo>
                  <a:lnTo>
                    <a:pt x="185544" y="38419"/>
                  </a:lnTo>
                  <a:lnTo>
                    <a:pt x="236276" y="25174"/>
                  </a:lnTo>
                  <a:lnTo>
                    <a:pt x="291357" y="14489"/>
                  </a:lnTo>
                  <a:lnTo>
                    <a:pt x="350220" y="6586"/>
                  </a:lnTo>
                  <a:lnTo>
                    <a:pt x="412294" y="1683"/>
                  </a:lnTo>
                  <a:lnTo>
                    <a:pt x="477012" y="0"/>
                  </a:lnTo>
                  <a:lnTo>
                    <a:pt x="541729" y="1683"/>
                  </a:lnTo>
                  <a:lnTo>
                    <a:pt x="603803" y="6586"/>
                  </a:lnTo>
                  <a:lnTo>
                    <a:pt x="662666" y="14489"/>
                  </a:lnTo>
                  <a:lnTo>
                    <a:pt x="717747" y="25174"/>
                  </a:lnTo>
                  <a:lnTo>
                    <a:pt x="768479" y="38419"/>
                  </a:lnTo>
                  <a:lnTo>
                    <a:pt x="814292" y="54006"/>
                  </a:lnTo>
                  <a:lnTo>
                    <a:pt x="854617" y="71715"/>
                  </a:lnTo>
                  <a:lnTo>
                    <a:pt x="888887" y="91327"/>
                  </a:lnTo>
                  <a:lnTo>
                    <a:pt x="936981" y="135378"/>
                  </a:lnTo>
                  <a:lnTo>
                    <a:pt x="954024" y="184403"/>
                  </a:lnTo>
                  <a:lnTo>
                    <a:pt x="949668" y="209428"/>
                  </a:lnTo>
                  <a:lnTo>
                    <a:pt x="916531" y="256186"/>
                  </a:lnTo>
                  <a:lnTo>
                    <a:pt x="854617" y="297092"/>
                  </a:lnTo>
                  <a:lnTo>
                    <a:pt x="814292" y="314801"/>
                  </a:lnTo>
                  <a:lnTo>
                    <a:pt x="768479" y="330388"/>
                  </a:lnTo>
                  <a:lnTo>
                    <a:pt x="717747" y="343633"/>
                  </a:lnTo>
                  <a:lnTo>
                    <a:pt x="662666" y="354318"/>
                  </a:lnTo>
                  <a:lnTo>
                    <a:pt x="603803" y="362221"/>
                  </a:lnTo>
                  <a:lnTo>
                    <a:pt x="541729" y="367124"/>
                  </a:lnTo>
                  <a:lnTo>
                    <a:pt x="477012" y="368808"/>
                  </a:lnTo>
                  <a:lnTo>
                    <a:pt x="412294" y="367124"/>
                  </a:lnTo>
                  <a:lnTo>
                    <a:pt x="350220" y="362221"/>
                  </a:lnTo>
                  <a:lnTo>
                    <a:pt x="291357" y="354318"/>
                  </a:lnTo>
                  <a:lnTo>
                    <a:pt x="236276" y="343633"/>
                  </a:lnTo>
                  <a:lnTo>
                    <a:pt x="185544" y="330388"/>
                  </a:lnTo>
                  <a:lnTo>
                    <a:pt x="139731" y="314801"/>
                  </a:lnTo>
                  <a:lnTo>
                    <a:pt x="99406" y="297092"/>
                  </a:lnTo>
                  <a:lnTo>
                    <a:pt x="65136" y="277480"/>
                  </a:lnTo>
                  <a:lnTo>
                    <a:pt x="17042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927728" y="5104638"/>
            <a:ext cx="462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Thread 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75634" y="5541009"/>
            <a:ext cx="967105" cy="380365"/>
            <a:chOff x="3675634" y="5541009"/>
            <a:chExt cx="967105" cy="380365"/>
          </a:xfrm>
        </p:grpSpPr>
        <p:sp>
          <p:nvSpPr>
            <p:cNvPr id="32" name="object 32"/>
            <p:cNvSpPr/>
            <p:nvPr/>
          </p:nvSpPr>
          <p:spPr>
            <a:xfrm>
              <a:off x="3681984" y="5547359"/>
              <a:ext cx="954405" cy="367665"/>
            </a:xfrm>
            <a:custGeom>
              <a:avLst/>
              <a:gdLst/>
              <a:ahLst/>
              <a:cxnLst/>
              <a:rect l="l" t="t" r="r" b="b"/>
              <a:pathLst>
                <a:path w="954404" h="367664">
                  <a:moveTo>
                    <a:pt x="477012" y="0"/>
                  </a:moveTo>
                  <a:lnTo>
                    <a:pt x="412294" y="1676"/>
                  </a:lnTo>
                  <a:lnTo>
                    <a:pt x="350220" y="6559"/>
                  </a:lnTo>
                  <a:lnTo>
                    <a:pt x="291357" y="14431"/>
                  </a:lnTo>
                  <a:lnTo>
                    <a:pt x="236276" y="25072"/>
                  </a:lnTo>
                  <a:lnTo>
                    <a:pt x="185544" y="38264"/>
                  </a:lnTo>
                  <a:lnTo>
                    <a:pt x="139731" y="53787"/>
                  </a:lnTo>
                  <a:lnTo>
                    <a:pt x="99406" y="71424"/>
                  </a:lnTo>
                  <a:lnTo>
                    <a:pt x="65136" y="90954"/>
                  </a:lnTo>
                  <a:lnTo>
                    <a:pt x="17042" y="134822"/>
                  </a:lnTo>
                  <a:lnTo>
                    <a:pt x="0" y="183641"/>
                  </a:lnTo>
                  <a:lnTo>
                    <a:pt x="4355" y="208561"/>
                  </a:lnTo>
                  <a:lnTo>
                    <a:pt x="37492" y="255123"/>
                  </a:lnTo>
                  <a:lnTo>
                    <a:pt x="99406" y="295859"/>
                  </a:lnTo>
                  <a:lnTo>
                    <a:pt x="139731" y="313496"/>
                  </a:lnTo>
                  <a:lnTo>
                    <a:pt x="185544" y="329019"/>
                  </a:lnTo>
                  <a:lnTo>
                    <a:pt x="236276" y="342211"/>
                  </a:lnTo>
                  <a:lnTo>
                    <a:pt x="291357" y="352852"/>
                  </a:lnTo>
                  <a:lnTo>
                    <a:pt x="350220" y="360724"/>
                  </a:lnTo>
                  <a:lnTo>
                    <a:pt x="412294" y="365607"/>
                  </a:lnTo>
                  <a:lnTo>
                    <a:pt x="477012" y="367283"/>
                  </a:lnTo>
                  <a:lnTo>
                    <a:pt x="541729" y="365607"/>
                  </a:lnTo>
                  <a:lnTo>
                    <a:pt x="603803" y="360724"/>
                  </a:lnTo>
                  <a:lnTo>
                    <a:pt x="662666" y="352852"/>
                  </a:lnTo>
                  <a:lnTo>
                    <a:pt x="717747" y="342211"/>
                  </a:lnTo>
                  <a:lnTo>
                    <a:pt x="768479" y="329019"/>
                  </a:lnTo>
                  <a:lnTo>
                    <a:pt x="814292" y="313496"/>
                  </a:lnTo>
                  <a:lnTo>
                    <a:pt x="854617" y="295859"/>
                  </a:lnTo>
                  <a:lnTo>
                    <a:pt x="888887" y="276329"/>
                  </a:lnTo>
                  <a:lnTo>
                    <a:pt x="936981" y="232461"/>
                  </a:lnTo>
                  <a:lnTo>
                    <a:pt x="954024" y="183641"/>
                  </a:lnTo>
                  <a:lnTo>
                    <a:pt x="949668" y="158722"/>
                  </a:lnTo>
                  <a:lnTo>
                    <a:pt x="916531" y="112160"/>
                  </a:lnTo>
                  <a:lnTo>
                    <a:pt x="854617" y="71424"/>
                  </a:lnTo>
                  <a:lnTo>
                    <a:pt x="814292" y="53787"/>
                  </a:lnTo>
                  <a:lnTo>
                    <a:pt x="768479" y="38264"/>
                  </a:lnTo>
                  <a:lnTo>
                    <a:pt x="717747" y="25072"/>
                  </a:lnTo>
                  <a:lnTo>
                    <a:pt x="662666" y="14431"/>
                  </a:lnTo>
                  <a:lnTo>
                    <a:pt x="603803" y="6559"/>
                  </a:lnTo>
                  <a:lnTo>
                    <a:pt x="541729" y="1676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81984" y="5547359"/>
              <a:ext cx="954405" cy="367665"/>
            </a:xfrm>
            <a:custGeom>
              <a:avLst/>
              <a:gdLst/>
              <a:ahLst/>
              <a:cxnLst/>
              <a:rect l="l" t="t" r="r" b="b"/>
              <a:pathLst>
                <a:path w="954404" h="367664">
                  <a:moveTo>
                    <a:pt x="0" y="183641"/>
                  </a:moveTo>
                  <a:lnTo>
                    <a:pt x="17042" y="134822"/>
                  </a:lnTo>
                  <a:lnTo>
                    <a:pt x="65136" y="90954"/>
                  </a:lnTo>
                  <a:lnTo>
                    <a:pt x="99406" y="71424"/>
                  </a:lnTo>
                  <a:lnTo>
                    <a:pt x="139731" y="53787"/>
                  </a:lnTo>
                  <a:lnTo>
                    <a:pt x="185544" y="38264"/>
                  </a:lnTo>
                  <a:lnTo>
                    <a:pt x="236276" y="25072"/>
                  </a:lnTo>
                  <a:lnTo>
                    <a:pt x="291357" y="14431"/>
                  </a:lnTo>
                  <a:lnTo>
                    <a:pt x="350220" y="6559"/>
                  </a:lnTo>
                  <a:lnTo>
                    <a:pt x="412294" y="1676"/>
                  </a:lnTo>
                  <a:lnTo>
                    <a:pt x="477012" y="0"/>
                  </a:lnTo>
                  <a:lnTo>
                    <a:pt x="541729" y="1676"/>
                  </a:lnTo>
                  <a:lnTo>
                    <a:pt x="603803" y="6559"/>
                  </a:lnTo>
                  <a:lnTo>
                    <a:pt x="662666" y="14431"/>
                  </a:lnTo>
                  <a:lnTo>
                    <a:pt x="717747" y="25072"/>
                  </a:lnTo>
                  <a:lnTo>
                    <a:pt x="768479" y="38264"/>
                  </a:lnTo>
                  <a:lnTo>
                    <a:pt x="814292" y="53787"/>
                  </a:lnTo>
                  <a:lnTo>
                    <a:pt x="854617" y="71424"/>
                  </a:lnTo>
                  <a:lnTo>
                    <a:pt x="888887" y="90954"/>
                  </a:lnTo>
                  <a:lnTo>
                    <a:pt x="936981" y="134822"/>
                  </a:lnTo>
                  <a:lnTo>
                    <a:pt x="954024" y="183641"/>
                  </a:lnTo>
                  <a:lnTo>
                    <a:pt x="949668" y="208561"/>
                  </a:lnTo>
                  <a:lnTo>
                    <a:pt x="916531" y="255123"/>
                  </a:lnTo>
                  <a:lnTo>
                    <a:pt x="854617" y="295859"/>
                  </a:lnTo>
                  <a:lnTo>
                    <a:pt x="814292" y="313496"/>
                  </a:lnTo>
                  <a:lnTo>
                    <a:pt x="768479" y="329019"/>
                  </a:lnTo>
                  <a:lnTo>
                    <a:pt x="717747" y="342211"/>
                  </a:lnTo>
                  <a:lnTo>
                    <a:pt x="662666" y="352852"/>
                  </a:lnTo>
                  <a:lnTo>
                    <a:pt x="603803" y="360724"/>
                  </a:lnTo>
                  <a:lnTo>
                    <a:pt x="541729" y="365607"/>
                  </a:lnTo>
                  <a:lnTo>
                    <a:pt x="477012" y="367283"/>
                  </a:lnTo>
                  <a:lnTo>
                    <a:pt x="412294" y="365607"/>
                  </a:lnTo>
                  <a:lnTo>
                    <a:pt x="350220" y="360724"/>
                  </a:lnTo>
                  <a:lnTo>
                    <a:pt x="291357" y="352852"/>
                  </a:lnTo>
                  <a:lnTo>
                    <a:pt x="236276" y="342211"/>
                  </a:lnTo>
                  <a:lnTo>
                    <a:pt x="185544" y="329019"/>
                  </a:lnTo>
                  <a:lnTo>
                    <a:pt x="139731" y="313496"/>
                  </a:lnTo>
                  <a:lnTo>
                    <a:pt x="99406" y="295859"/>
                  </a:lnTo>
                  <a:lnTo>
                    <a:pt x="65136" y="276329"/>
                  </a:lnTo>
                  <a:lnTo>
                    <a:pt x="17042" y="232461"/>
                  </a:lnTo>
                  <a:lnTo>
                    <a:pt x="0" y="18364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927728" y="5527344"/>
            <a:ext cx="462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Thread 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73554" y="4032250"/>
            <a:ext cx="4036060" cy="2286635"/>
            <a:chOff x="2273554" y="4032250"/>
            <a:chExt cx="4036060" cy="2286635"/>
          </a:xfrm>
        </p:grpSpPr>
        <p:sp>
          <p:nvSpPr>
            <p:cNvPr id="36" name="object 36"/>
            <p:cNvSpPr/>
            <p:nvPr/>
          </p:nvSpPr>
          <p:spPr>
            <a:xfrm>
              <a:off x="3300857" y="4534534"/>
              <a:ext cx="1831339" cy="1539875"/>
            </a:xfrm>
            <a:custGeom>
              <a:avLst/>
              <a:gdLst/>
              <a:ahLst/>
              <a:cxnLst/>
              <a:rect l="l" t="t" r="r" b="b"/>
              <a:pathLst>
                <a:path w="1831339" h="1539875">
                  <a:moveTo>
                    <a:pt x="321157" y="802259"/>
                  </a:moveTo>
                  <a:lnTo>
                    <a:pt x="222885" y="802259"/>
                  </a:lnTo>
                  <a:lnTo>
                    <a:pt x="191211" y="802259"/>
                  </a:lnTo>
                  <a:lnTo>
                    <a:pt x="190246" y="865251"/>
                  </a:lnTo>
                  <a:lnTo>
                    <a:pt x="321157" y="802259"/>
                  </a:lnTo>
                  <a:close/>
                </a:path>
                <a:path w="1831339" h="1539875">
                  <a:moveTo>
                    <a:pt x="382143" y="351409"/>
                  </a:moveTo>
                  <a:lnTo>
                    <a:pt x="187325" y="437261"/>
                  </a:lnTo>
                  <a:lnTo>
                    <a:pt x="236181" y="477799"/>
                  </a:lnTo>
                  <a:lnTo>
                    <a:pt x="0" y="762762"/>
                  </a:lnTo>
                  <a:lnTo>
                    <a:pt x="15100" y="775296"/>
                  </a:lnTo>
                  <a:lnTo>
                    <a:pt x="127" y="787781"/>
                  </a:lnTo>
                  <a:lnTo>
                    <a:pt x="235661" y="1069619"/>
                  </a:lnTo>
                  <a:lnTo>
                    <a:pt x="186944" y="1110335"/>
                  </a:lnTo>
                  <a:lnTo>
                    <a:pt x="382143" y="1195438"/>
                  </a:lnTo>
                  <a:lnTo>
                    <a:pt x="358140" y="1093978"/>
                  </a:lnTo>
                  <a:lnTo>
                    <a:pt x="333121" y="988187"/>
                  </a:lnTo>
                  <a:lnTo>
                    <a:pt x="284365" y="1028928"/>
                  </a:lnTo>
                  <a:lnTo>
                    <a:pt x="93294" y="800277"/>
                  </a:lnTo>
                  <a:lnTo>
                    <a:pt x="191211" y="801776"/>
                  </a:lnTo>
                  <a:lnTo>
                    <a:pt x="222885" y="801776"/>
                  </a:lnTo>
                  <a:lnTo>
                    <a:pt x="322173" y="801776"/>
                  </a:lnTo>
                  <a:lnTo>
                    <a:pt x="382143" y="772922"/>
                  </a:lnTo>
                  <a:lnTo>
                    <a:pt x="193167" y="674751"/>
                  </a:lnTo>
                  <a:lnTo>
                    <a:pt x="192189" y="738276"/>
                  </a:lnTo>
                  <a:lnTo>
                    <a:pt x="103886" y="736930"/>
                  </a:lnTo>
                  <a:lnTo>
                    <a:pt x="285051" y="518337"/>
                  </a:lnTo>
                  <a:lnTo>
                    <a:pt x="334010" y="558927"/>
                  </a:lnTo>
                  <a:lnTo>
                    <a:pt x="358482" y="453390"/>
                  </a:lnTo>
                  <a:lnTo>
                    <a:pt x="382143" y="351409"/>
                  </a:lnTo>
                  <a:close/>
                </a:path>
                <a:path w="1831339" h="1539875">
                  <a:moveTo>
                    <a:pt x="1693545" y="1444117"/>
                  </a:moveTo>
                  <a:lnTo>
                    <a:pt x="1630045" y="1412367"/>
                  </a:lnTo>
                  <a:lnTo>
                    <a:pt x="1503045" y="1348867"/>
                  </a:lnTo>
                  <a:lnTo>
                    <a:pt x="1503045" y="1412367"/>
                  </a:lnTo>
                  <a:lnTo>
                    <a:pt x="24498" y="1412367"/>
                  </a:lnTo>
                  <a:lnTo>
                    <a:pt x="24498" y="1475867"/>
                  </a:lnTo>
                  <a:lnTo>
                    <a:pt x="1503045" y="1475867"/>
                  </a:lnTo>
                  <a:lnTo>
                    <a:pt x="1503045" y="1539367"/>
                  </a:lnTo>
                  <a:lnTo>
                    <a:pt x="1630045" y="1475867"/>
                  </a:lnTo>
                  <a:lnTo>
                    <a:pt x="1693545" y="1444117"/>
                  </a:lnTo>
                  <a:close/>
                </a:path>
                <a:path w="1831339" h="1539875">
                  <a:moveTo>
                    <a:pt x="1829562" y="92329"/>
                  </a:moveTo>
                  <a:lnTo>
                    <a:pt x="1768805" y="63119"/>
                  </a:lnTo>
                  <a:lnTo>
                    <a:pt x="1637538" y="0"/>
                  </a:lnTo>
                  <a:lnTo>
                    <a:pt x="1638554" y="63614"/>
                  </a:lnTo>
                  <a:lnTo>
                    <a:pt x="24003" y="88646"/>
                  </a:lnTo>
                  <a:lnTo>
                    <a:pt x="25019" y="152146"/>
                  </a:lnTo>
                  <a:lnTo>
                    <a:pt x="1639557" y="126987"/>
                  </a:lnTo>
                  <a:lnTo>
                    <a:pt x="1640586" y="190500"/>
                  </a:lnTo>
                  <a:lnTo>
                    <a:pt x="1829562" y="92329"/>
                  </a:lnTo>
                  <a:close/>
                </a:path>
                <a:path w="1831339" h="1539875">
                  <a:moveTo>
                    <a:pt x="1830959" y="762889"/>
                  </a:moveTo>
                  <a:lnTo>
                    <a:pt x="1830743" y="762800"/>
                  </a:lnTo>
                  <a:lnTo>
                    <a:pt x="1797113" y="686308"/>
                  </a:lnTo>
                  <a:lnTo>
                    <a:pt x="1745234" y="568325"/>
                  </a:lnTo>
                  <a:lnTo>
                    <a:pt x="1704695" y="617156"/>
                  </a:lnTo>
                  <a:lnTo>
                    <a:pt x="1355471" y="327025"/>
                  </a:lnTo>
                  <a:lnTo>
                    <a:pt x="1314831" y="375793"/>
                  </a:lnTo>
                  <a:lnTo>
                    <a:pt x="1664144" y="666000"/>
                  </a:lnTo>
                  <a:lnTo>
                    <a:pt x="1653489" y="678840"/>
                  </a:lnTo>
                  <a:lnTo>
                    <a:pt x="1638427" y="671703"/>
                  </a:lnTo>
                  <a:lnTo>
                    <a:pt x="1638947" y="696353"/>
                  </a:lnTo>
                  <a:lnTo>
                    <a:pt x="1623568" y="714883"/>
                  </a:lnTo>
                  <a:lnTo>
                    <a:pt x="1639417" y="718591"/>
                  </a:lnTo>
                  <a:lnTo>
                    <a:pt x="1639773" y="735253"/>
                  </a:lnTo>
                  <a:lnTo>
                    <a:pt x="1334516" y="741807"/>
                  </a:lnTo>
                  <a:lnTo>
                    <a:pt x="1335786" y="805307"/>
                  </a:lnTo>
                  <a:lnTo>
                    <a:pt x="1641132" y="798753"/>
                  </a:lnTo>
                  <a:lnTo>
                    <a:pt x="1641411" y="812177"/>
                  </a:lnTo>
                  <a:lnTo>
                    <a:pt x="1624838" y="816483"/>
                  </a:lnTo>
                  <a:lnTo>
                    <a:pt x="1641919" y="836066"/>
                  </a:lnTo>
                  <a:lnTo>
                    <a:pt x="1642491" y="862203"/>
                  </a:lnTo>
                  <a:lnTo>
                    <a:pt x="1657731" y="854176"/>
                  </a:lnTo>
                  <a:lnTo>
                    <a:pt x="1666582" y="864298"/>
                  </a:lnTo>
                  <a:lnTo>
                    <a:pt x="1314196" y="1172146"/>
                  </a:lnTo>
                  <a:lnTo>
                    <a:pt x="1355979" y="1219962"/>
                  </a:lnTo>
                  <a:lnTo>
                    <a:pt x="1708391" y="912152"/>
                  </a:lnTo>
                  <a:lnTo>
                    <a:pt x="1750187" y="959993"/>
                  </a:lnTo>
                  <a:lnTo>
                    <a:pt x="1797951" y="843407"/>
                  </a:lnTo>
                  <a:lnTo>
                    <a:pt x="1830806" y="763244"/>
                  </a:lnTo>
                  <a:lnTo>
                    <a:pt x="1830959" y="763270"/>
                  </a:lnTo>
                  <a:lnTo>
                    <a:pt x="1830870" y="763092"/>
                  </a:lnTo>
                  <a:lnTo>
                    <a:pt x="1830959" y="762889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79904" y="4038600"/>
              <a:ext cx="4023360" cy="2273935"/>
            </a:xfrm>
            <a:custGeom>
              <a:avLst/>
              <a:gdLst/>
              <a:ahLst/>
              <a:cxnLst/>
              <a:rect l="l" t="t" r="r" b="b"/>
              <a:pathLst>
                <a:path w="4023360" h="2273935">
                  <a:moveTo>
                    <a:pt x="0" y="2273808"/>
                  </a:moveTo>
                  <a:lnTo>
                    <a:pt x="4023360" y="2273808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227380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286254" y="4085082"/>
            <a:ext cx="4426967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marR="299910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Java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Virtual Machine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21435" y="6157061"/>
            <a:ext cx="866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Requests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2000" y="236220"/>
            <a:ext cx="2407920" cy="638810"/>
          </a:xfrm>
          <a:prstGeom prst="rect">
            <a:avLst/>
          </a:prstGeom>
          <a:solidFill>
            <a:srgbClr val="5B9BD4"/>
          </a:solidFill>
          <a:ln w="12700">
            <a:solidFill>
              <a:srgbClr val="41709C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Gồm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bước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0" y="304800"/>
            <a:ext cx="12192000" cy="650875"/>
          </a:xfrm>
          <a:prstGeom prst="rect">
            <a:avLst/>
          </a:prstGeom>
        </p:spPr>
        <p:txBody>
          <a:bodyPr vert="horz" wrap="square" lIns="0" tIns="870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Các</a:t>
            </a:r>
            <a:r>
              <a:rPr sz="4400" b="0" spc="-2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phương</a:t>
            </a:r>
            <a:r>
              <a:rPr sz="4400" b="0" spc="-2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thức trong</a:t>
            </a:r>
            <a:r>
              <a:rPr sz="4400" b="0" spc="-3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vòng</a:t>
            </a:r>
            <a:r>
              <a:rPr sz="4400" b="0" spc="-25" dirty="0">
                <a:latin typeface="Times New Roman"/>
                <a:cs typeface="Times New Roman"/>
              </a:rPr>
              <a:t> đời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7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420" y="1310297"/>
            <a:ext cx="6492418" cy="43694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8" y="1283069"/>
            <a:ext cx="7693661" cy="139763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Được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nạp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chỉ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một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lần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sau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khi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servlet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được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tạo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05"/>
              </a:spcBef>
              <a:buChar char="•"/>
              <a:tabLst>
                <a:tab pos="69913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dụ: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 nối </a:t>
            </a:r>
            <a:r>
              <a:rPr sz="2400" spc="-10" dirty="0">
                <a:latin typeface="Arial"/>
                <a:cs typeface="Arial"/>
              </a:rPr>
              <a:t>database</a:t>
            </a:r>
            <a:endParaRPr sz="24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Dùng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khởi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tạo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Servlet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46162"/>
            <a:ext cx="4126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Phương</a:t>
            </a:r>
            <a:r>
              <a:rPr sz="4400" spc="-1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thức</a:t>
            </a:r>
            <a:r>
              <a:rPr sz="4400" spc="-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init()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8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60163" y="3160058"/>
            <a:ext cx="8122284" cy="3178810"/>
            <a:chOff x="1860163" y="3160058"/>
            <a:chExt cx="8122284" cy="3178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0163" y="3160058"/>
              <a:ext cx="7220910" cy="18691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62400" y="4953000"/>
              <a:ext cx="6019800" cy="1385570"/>
            </a:xfrm>
            <a:custGeom>
              <a:avLst/>
              <a:gdLst/>
              <a:ahLst/>
              <a:cxnLst/>
              <a:rect l="l" t="t" r="r" b="b"/>
              <a:pathLst>
                <a:path w="6019800" h="1385570">
                  <a:moveTo>
                    <a:pt x="6019800" y="0"/>
                  </a:moveTo>
                  <a:lnTo>
                    <a:pt x="0" y="0"/>
                  </a:lnTo>
                  <a:lnTo>
                    <a:pt x="0" y="1385316"/>
                  </a:lnTo>
                  <a:lnTo>
                    <a:pt x="6019800" y="1385316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62400" y="4953000"/>
            <a:ext cx="6019800" cy="13855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2075" marR="571500" algn="just">
              <a:lnSpc>
                <a:spcPct val="100000"/>
              </a:lnSpc>
              <a:spcBef>
                <a:spcPts val="185"/>
              </a:spcBef>
            </a:pPr>
            <a:r>
              <a:rPr sz="2800" dirty="0">
                <a:latin typeface="Calibri"/>
                <a:cs typeface="Calibri"/>
              </a:rPr>
              <a:t>Đối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tượng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được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dùng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bởi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trình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chứa, </a:t>
            </a:r>
            <a:r>
              <a:rPr sz="2800" dirty="0">
                <a:latin typeface="Calibri"/>
                <a:cs typeface="Calibri"/>
              </a:rPr>
              <a:t>truyền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thông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tới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Servlet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trong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khi </a:t>
            </a:r>
            <a:r>
              <a:rPr sz="2800" dirty="0">
                <a:latin typeface="Calibri"/>
                <a:cs typeface="Calibri"/>
              </a:rPr>
              <a:t>khởi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tạo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966" y="313139"/>
            <a:ext cx="50177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Phương</a:t>
            </a:r>
            <a:r>
              <a:rPr sz="4400" spc="-1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thức</a:t>
            </a:r>
            <a:r>
              <a:rPr sz="4400" spc="-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Service()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dirty="0"/>
              <a:t>9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966" y="3457584"/>
            <a:ext cx="5391150" cy="222003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678168" y="3206495"/>
            <a:ext cx="5000625" cy="3107690"/>
          </a:xfrm>
          <a:custGeom>
            <a:avLst/>
            <a:gdLst/>
            <a:ahLst/>
            <a:cxnLst/>
            <a:rect l="l" t="t" r="r" b="b"/>
            <a:pathLst>
              <a:path w="5000625" h="3107690">
                <a:moveTo>
                  <a:pt x="0" y="3107435"/>
                </a:moveTo>
                <a:lnTo>
                  <a:pt x="5000244" y="3107435"/>
                </a:lnTo>
                <a:lnTo>
                  <a:pt x="5000244" y="0"/>
                </a:lnTo>
                <a:lnTo>
                  <a:pt x="0" y="0"/>
                </a:lnTo>
                <a:lnTo>
                  <a:pt x="0" y="31074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3580" y="1135529"/>
            <a:ext cx="10756265" cy="46672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Phương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thức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chính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thực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hiện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hoạt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động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tác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vụ</a:t>
            </a:r>
            <a:endParaRPr sz="2800">
              <a:latin typeface="Calibri"/>
              <a:cs typeface="Calibri"/>
            </a:endParaRPr>
          </a:p>
          <a:p>
            <a:pPr marL="241300" marR="98933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Trình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chứa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gọi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Service()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tiếp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nhận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yêu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cầu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từ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và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xuất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các </a:t>
            </a:r>
            <a:r>
              <a:rPr sz="2800" dirty="0">
                <a:latin typeface="Calibri"/>
                <a:cs typeface="Calibri"/>
              </a:rPr>
              <a:t>đáp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ứng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tới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Mỗi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lần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gọi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servlet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sẽ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gọi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phương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thức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service().</a:t>
            </a:r>
            <a:endParaRPr sz="2800">
              <a:latin typeface="Calibri"/>
              <a:cs typeface="Calibri"/>
            </a:endParaRPr>
          </a:p>
          <a:p>
            <a:pPr marL="6523355" lvl="1" indent="-458470">
              <a:lnSpc>
                <a:spcPct val="100000"/>
              </a:lnSpc>
              <a:spcBef>
                <a:spcPts val="1280"/>
              </a:spcBef>
              <a:buFont typeface="Arial"/>
              <a:buChar char="•"/>
              <a:tabLst>
                <a:tab pos="6523355" algn="l"/>
                <a:tab pos="6523990" algn="l"/>
              </a:tabLst>
            </a:pPr>
            <a:r>
              <a:rPr sz="2800" dirty="0">
                <a:latin typeface="Calibri"/>
                <a:cs typeface="Calibri"/>
              </a:rPr>
              <a:t>Kiểm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kiểu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HTTP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request</a:t>
            </a:r>
            <a:endParaRPr sz="2800">
              <a:latin typeface="Calibri"/>
              <a:cs typeface="Calibri"/>
            </a:endParaRPr>
          </a:p>
          <a:p>
            <a:pPr marL="6523355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(GET,POST,PUT….)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và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gọi</a:t>
            </a:r>
            <a:endParaRPr sz="2800">
              <a:latin typeface="Calibri"/>
              <a:cs typeface="Calibri"/>
            </a:endParaRPr>
          </a:p>
          <a:p>
            <a:pPr marL="652335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phương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thức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tương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ứng</a:t>
            </a:r>
            <a:endParaRPr sz="2800">
              <a:latin typeface="Calibri"/>
              <a:cs typeface="Calibri"/>
            </a:endParaRPr>
          </a:p>
          <a:p>
            <a:pPr marL="652335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doGet,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doPost,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doPut…</a:t>
            </a:r>
            <a:endParaRPr sz="2800">
              <a:latin typeface="Calibri"/>
              <a:cs typeface="Calibri"/>
            </a:endParaRPr>
          </a:p>
          <a:p>
            <a:pPr marL="6523355" marR="5080" lvl="1" indent="-457834">
              <a:lnSpc>
                <a:spcPct val="100000"/>
              </a:lnSpc>
              <a:buFont typeface="Arial"/>
              <a:buChar char="•"/>
              <a:tabLst>
                <a:tab pos="6523355" algn="l"/>
                <a:tab pos="652399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doGet,</a:t>
            </a:r>
            <a:r>
              <a:rPr sz="28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doPost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dùng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phổ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biến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nhất.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930253" y="6549338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2946" y="123825"/>
            <a:ext cx="37414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Calibri Light"/>
                <a:cs typeface="Calibri Light"/>
              </a:rPr>
              <a:t>Demo</a:t>
            </a:r>
            <a:r>
              <a:rPr sz="5400" b="0" spc="-15" dirty="0">
                <a:latin typeface="Calibri Light"/>
                <a:cs typeface="Calibri Light"/>
              </a:rPr>
              <a:t> </a:t>
            </a:r>
            <a:r>
              <a:rPr sz="5400" b="0" spc="-10" dirty="0">
                <a:latin typeface="Calibri Light"/>
                <a:cs typeface="Calibri Light"/>
              </a:rPr>
              <a:t>Servlet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143000"/>
            <a:ext cx="8760461" cy="3677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82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spc="-40" dirty="0">
                <a:latin typeface="Calibri"/>
                <a:cs typeface="Calibri"/>
              </a:rPr>
              <a:t>Tạo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Application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2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spc="-10" dirty="0">
                <a:latin typeface="Calibri"/>
                <a:cs typeface="Calibri"/>
              </a:rPr>
              <a:t>doGet,doPost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1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dirty="0">
                <a:latin typeface="Calibri"/>
                <a:cs typeface="Calibri"/>
              </a:rPr>
              <a:t>Servlet</a:t>
            </a:r>
            <a:r>
              <a:rPr sz="2400" spc="-10" dirty="0">
                <a:latin typeface="Calibri"/>
                <a:cs typeface="Calibri"/>
              </a:rPr>
              <a:t> Config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1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dirty="0">
                <a:latin typeface="Calibri"/>
                <a:cs typeface="Calibri"/>
              </a:rPr>
              <a:t>Servlet</a:t>
            </a:r>
            <a:r>
              <a:rPr sz="2400" spc="-10" dirty="0">
                <a:latin typeface="Calibri"/>
                <a:cs typeface="Calibri"/>
              </a:rPr>
              <a:t> Context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2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spc="-10" dirty="0">
                <a:latin typeface="Calibri"/>
                <a:cs typeface="Calibri"/>
              </a:rPr>
              <a:t>HttpServletRequest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05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dirty="0">
                <a:latin typeface="Calibri"/>
                <a:cs typeface="Calibri"/>
              </a:rPr>
              <a:t>Inteface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RequestDispatcher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1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spc="-10" dirty="0">
                <a:latin typeface="Calibri"/>
                <a:cs typeface="Calibri"/>
              </a:rPr>
              <a:t>sendRedirect()</a:t>
            </a:r>
            <a:endParaRPr sz="2400" dirty="0">
              <a:latin typeface="Calibri"/>
              <a:cs typeface="Calibri"/>
            </a:endParaRPr>
          </a:p>
          <a:p>
            <a:pPr marL="584200" indent="-572135">
              <a:lnSpc>
                <a:spcPct val="100000"/>
              </a:lnSpc>
              <a:spcBef>
                <a:spcPts val="720"/>
              </a:spcBef>
              <a:buFont typeface="Wingdings" panose="05000000000000000000" pitchFamily="2" charset="2"/>
              <a:buChar char="q"/>
              <a:tabLst>
                <a:tab pos="584200" algn="l"/>
                <a:tab pos="584835" algn="l"/>
              </a:tabLst>
            </a:pPr>
            <a:r>
              <a:rPr sz="2400" dirty="0">
                <a:latin typeface="Calibri"/>
                <a:cs typeface="Calibri"/>
              </a:rPr>
              <a:t>Session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Manager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2488692"/>
            <a:ext cx="10445750" cy="3277235"/>
            <a:chOff x="838200" y="2488692"/>
            <a:chExt cx="10445750" cy="32772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2488692"/>
              <a:ext cx="6566916" cy="27462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95600" y="4547362"/>
              <a:ext cx="5562600" cy="1212215"/>
            </a:xfrm>
            <a:custGeom>
              <a:avLst/>
              <a:gdLst/>
              <a:ahLst/>
              <a:cxnLst/>
              <a:rect l="l" t="t" r="r" b="b"/>
              <a:pathLst>
                <a:path w="5562600" h="1212214">
                  <a:moveTo>
                    <a:pt x="0" y="0"/>
                  </a:moveTo>
                  <a:lnTo>
                    <a:pt x="1879600" y="827785"/>
                  </a:lnTo>
                  <a:lnTo>
                    <a:pt x="1143000" y="827785"/>
                  </a:lnTo>
                  <a:lnTo>
                    <a:pt x="1143000" y="1211834"/>
                  </a:lnTo>
                  <a:lnTo>
                    <a:pt x="5562600" y="1211834"/>
                  </a:lnTo>
                  <a:lnTo>
                    <a:pt x="5562600" y="827785"/>
                  </a:lnTo>
                  <a:lnTo>
                    <a:pt x="2984500" y="827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95600" y="4547362"/>
              <a:ext cx="5562600" cy="1212215"/>
            </a:xfrm>
            <a:custGeom>
              <a:avLst/>
              <a:gdLst/>
              <a:ahLst/>
              <a:cxnLst/>
              <a:rect l="l" t="t" r="r" b="b"/>
              <a:pathLst>
                <a:path w="5562600" h="1212214">
                  <a:moveTo>
                    <a:pt x="1143000" y="827785"/>
                  </a:moveTo>
                  <a:lnTo>
                    <a:pt x="1879600" y="827785"/>
                  </a:lnTo>
                  <a:lnTo>
                    <a:pt x="0" y="0"/>
                  </a:lnTo>
                  <a:lnTo>
                    <a:pt x="2984500" y="827785"/>
                  </a:lnTo>
                  <a:lnTo>
                    <a:pt x="5562600" y="827785"/>
                  </a:lnTo>
                  <a:lnTo>
                    <a:pt x="5562600" y="891794"/>
                  </a:lnTo>
                  <a:lnTo>
                    <a:pt x="5562600" y="987806"/>
                  </a:lnTo>
                  <a:lnTo>
                    <a:pt x="5562600" y="1211834"/>
                  </a:lnTo>
                  <a:lnTo>
                    <a:pt x="2984500" y="1211834"/>
                  </a:lnTo>
                  <a:lnTo>
                    <a:pt x="1879600" y="1211834"/>
                  </a:lnTo>
                  <a:lnTo>
                    <a:pt x="1143000" y="1211834"/>
                  </a:lnTo>
                  <a:lnTo>
                    <a:pt x="1143000" y="987806"/>
                  </a:lnTo>
                  <a:lnTo>
                    <a:pt x="1143000" y="891794"/>
                  </a:lnTo>
                  <a:lnTo>
                    <a:pt x="1143000" y="827785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28109" y="4469638"/>
              <a:ext cx="6849745" cy="488315"/>
            </a:xfrm>
            <a:custGeom>
              <a:avLst/>
              <a:gdLst/>
              <a:ahLst/>
              <a:cxnLst/>
              <a:rect l="l" t="t" r="r" b="b"/>
              <a:pathLst>
                <a:path w="6849745" h="488314">
                  <a:moveTo>
                    <a:pt x="0" y="0"/>
                  </a:moveTo>
                  <a:lnTo>
                    <a:pt x="2429891" y="263906"/>
                  </a:lnTo>
                  <a:lnTo>
                    <a:pt x="2429891" y="487934"/>
                  </a:lnTo>
                  <a:lnTo>
                    <a:pt x="6849490" y="487934"/>
                  </a:lnTo>
                  <a:lnTo>
                    <a:pt x="6849490" y="103886"/>
                  </a:lnTo>
                  <a:lnTo>
                    <a:pt x="2429891" y="103886"/>
                  </a:lnTo>
                  <a:lnTo>
                    <a:pt x="2429891" y="167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28109" y="4469638"/>
              <a:ext cx="6849745" cy="488315"/>
            </a:xfrm>
            <a:custGeom>
              <a:avLst/>
              <a:gdLst/>
              <a:ahLst/>
              <a:cxnLst/>
              <a:rect l="l" t="t" r="r" b="b"/>
              <a:pathLst>
                <a:path w="6849745" h="488314">
                  <a:moveTo>
                    <a:pt x="2429891" y="103886"/>
                  </a:moveTo>
                  <a:lnTo>
                    <a:pt x="3166491" y="103886"/>
                  </a:lnTo>
                  <a:lnTo>
                    <a:pt x="4271391" y="103886"/>
                  </a:lnTo>
                  <a:lnTo>
                    <a:pt x="6849490" y="103886"/>
                  </a:lnTo>
                  <a:lnTo>
                    <a:pt x="6849490" y="167894"/>
                  </a:lnTo>
                  <a:lnTo>
                    <a:pt x="6849490" y="263906"/>
                  </a:lnTo>
                  <a:lnTo>
                    <a:pt x="6849490" y="487934"/>
                  </a:lnTo>
                  <a:lnTo>
                    <a:pt x="4271391" y="487934"/>
                  </a:lnTo>
                  <a:lnTo>
                    <a:pt x="3166491" y="487934"/>
                  </a:lnTo>
                  <a:lnTo>
                    <a:pt x="2429891" y="487934"/>
                  </a:lnTo>
                  <a:lnTo>
                    <a:pt x="2429891" y="263906"/>
                  </a:lnTo>
                  <a:lnTo>
                    <a:pt x="0" y="0"/>
                  </a:lnTo>
                  <a:lnTo>
                    <a:pt x="2429891" y="167894"/>
                  </a:lnTo>
                  <a:lnTo>
                    <a:pt x="2429891" y="10388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6939" y="1793493"/>
            <a:ext cx="17995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Index.html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-914146" y="-109330"/>
            <a:ext cx="12192000" cy="809657"/>
          </a:xfrm>
          <a:prstGeom prst="rect">
            <a:avLst/>
          </a:prstGeom>
        </p:spPr>
        <p:txBody>
          <a:bodyPr vert="horz" wrap="square" lIns="0" tIns="253187" rIns="0" bIns="0" rtlCol="0">
            <a:spAutoFit/>
          </a:bodyPr>
          <a:lstStyle/>
          <a:p>
            <a:pPr marL="65468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Calibri Light"/>
                <a:cs typeface="Calibri Light"/>
              </a:rPr>
              <a:t>Lập</a:t>
            </a:r>
            <a:r>
              <a:rPr sz="3600" spc="-13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FF0000"/>
                </a:solidFill>
                <a:latin typeface="Calibri Light"/>
                <a:cs typeface="Calibri Light"/>
              </a:rPr>
              <a:t>trình</a:t>
            </a:r>
            <a:r>
              <a:rPr sz="3600" spc="-13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FF0000"/>
                </a:solidFill>
                <a:latin typeface="Calibri Light"/>
                <a:cs typeface="Calibri Light"/>
              </a:rPr>
              <a:t>gọi</a:t>
            </a:r>
            <a:r>
              <a:rPr sz="3600" spc="-11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3600" spc="-10" dirty="0">
                <a:solidFill>
                  <a:srgbClr val="FF0000"/>
                </a:solidFill>
                <a:latin typeface="Calibri Light"/>
                <a:cs typeface="Calibri Light"/>
              </a:rPr>
              <a:t>Servlet</a:t>
            </a:r>
            <a:r>
              <a:rPr sz="3600" spc="-12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FF0000"/>
                </a:solidFill>
                <a:latin typeface="Calibri Light"/>
                <a:cs typeface="Calibri Light"/>
              </a:rPr>
              <a:t>từ</a:t>
            </a:r>
            <a:r>
              <a:rPr sz="3600" spc="-11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3600" spc="-20" dirty="0">
                <a:solidFill>
                  <a:srgbClr val="FF0000"/>
                </a:solidFill>
                <a:latin typeface="Calibri Light"/>
                <a:cs typeface="Calibri Light"/>
              </a:rPr>
              <a:t>HTML</a:t>
            </a:r>
            <a:endParaRPr sz="36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14188" y="4517692"/>
            <a:ext cx="5261356" cy="1253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195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URL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servlet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Context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Path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71673" y="813816"/>
            <a:ext cx="6546215" cy="3766185"/>
            <a:chOff x="2471673" y="813816"/>
            <a:chExt cx="6546215" cy="3766185"/>
          </a:xfrm>
        </p:grpSpPr>
        <p:sp>
          <p:nvSpPr>
            <p:cNvPr id="12" name="object 12"/>
            <p:cNvSpPr/>
            <p:nvPr/>
          </p:nvSpPr>
          <p:spPr>
            <a:xfrm>
              <a:off x="2478023" y="4119372"/>
              <a:ext cx="2028825" cy="454659"/>
            </a:xfrm>
            <a:custGeom>
              <a:avLst/>
              <a:gdLst/>
              <a:ahLst/>
              <a:cxnLst/>
              <a:rect l="l" t="t" r="r" b="b"/>
              <a:pathLst>
                <a:path w="2028825" h="454660">
                  <a:moveTo>
                    <a:pt x="0" y="227075"/>
                  </a:moveTo>
                  <a:lnTo>
                    <a:pt x="16909" y="161515"/>
                  </a:lnTo>
                  <a:lnTo>
                    <a:pt x="64340" y="103457"/>
                  </a:lnTo>
                  <a:lnTo>
                    <a:pt x="97955" y="78122"/>
                  </a:lnTo>
                  <a:lnTo>
                    <a:pt x="137345" y="55718"/>
                  </a:lnTo>
                  <a:lnTo>
                    <a:pt x="181893" y="36598"/>
                  </a:lnTo>
                  <a:lnTo>
                    <a:pt x="230979" y="21115"/>
                  </a:lnTo>
                  <a:lnTo>
                    <a:pt x="283986" y="9619"/>
                  </a:lnTo>
                  <a:lnTo>
                    <a:pt x="340295" y="2463"/>
                  </a:lnTo>
                  <a:lnTo>
                    <a:pt x="399288" y="0"/>
                  </a:lnTo>
                  <a:lnTo>
                    <a:pt x="458280" y="2463"/>
                  </a:lnTo>
                  <a:lnTo>
                    <a:pt x="514589" y="9619"/>
                  </a:lnTo>
                  <a:lnTo>
                    <a:pt x="567596" y="21115"/>
                  </a:lnTo>
                  <a:lnTo>
                    <a:pt x="616682" y="36598"/>
                  </a:lnTo>
                  <a:lnTo>
                    <a:pt x="661230" y="55718"/>
                  </a:lnTo>
                  <a:lnTo>
                    <a:pt x="700620" y="78122"/>
                  </a:lnTo>
                  <a:lnTo>
                    <a:pt x="734235" y="103457"/>
                  </a:lnTo>
                  <a:lnTo>
                    <a:pt x="761457" y="131373"/>
                  </a:lnTo>
                  <a:lnTo>
                    <a:pt x="794245" y="193534"/>
                  </a:lnTo>
                  <a:lnTo>
                    <a:pt x="798576" y="227075"/>
                  </a:lnTo>
                  <a:lnTo>
                    <a:pt x="794245" y="260617"/>
                  </a:lnTo>
                  <a:lnTo>
                    <a:pt x="761457" y="322778"/>
                  </a:lnTo>
                  <a:lnTo>
                    <a:pt x="734235" y="350694"/>
                  </a:lnTo>
                  <a:lnTo>
                    <a:pt x="700620" y="376029"/>
                  </a:lnTo>
                  <a:lnTo>
                    <a:pt x="661230" y="398433"/>
                  </a:lnTo>
                  <a:lnTo>
                    <a:pt x="616682" y="417553"/>
                  </a:lnTo>
                  <a:lnTo>
                    <a:pt x="567596" y="433036"/>
                  </a:lnTo>
                  <a:lnTo>
                    <a:pt x="514589" y="444532"/>
                  </a:lnTo>
                  <a:lnTo>
                    <a:pt x="458280" y="451688"/>
                  </a:lnTo>
                  <a:lnTo>
                    <a:pt x="399288" y="454151"/>
                  </a:lnTo>
                  <a:lnTo>
                    <a:pt x="340295" y="451688"/>
                  </a:lnTo>
                  <a:lnTo>
                    <a:pt x="283986" y="444532"/>
                  </a:lnTo>
                  <a:lnTo>
                    <a:pt x="230979" y="433036"/>
                  </a:lnTo>
                  <a:lnTo>
                    <a:pt x="181893" y="417553"/>
                  </a:lnTo>
                  <a:lnTo>
                    <a:pt x="137345" y="398433"/>
                  </a:lnTo>
                  <a:lnTo>
                    <a:pt x="97955" y="376029"/>
                  </a:lnTo>
                  <a:lnTo>
                    <a:pt x="64340" y="350694"/>
                  </a:lnTo>
                  <a:lnTo>
                    <a:pt x="37118" y="322778"/>
                  </a:lnTo>
                  <a:lnTo>
                    <a:pt x="4330" y="260617"/>
                  </a:lnTo>
                  <a:lnTo>
                    <a:pt x="0" y="227075"/>
                  </a:lnTo>
                  <a:close/>
                </a:path>
                <a:path w="2028825" h="454660">
                  <a:moveTo>
                    <a:pt x="874776" y="227075"/>
                  </a:moveTo>
                  <a:lnTo>
                    <a:pt x="890013" y="175028"/>
                  </a:lnTo>
                  <a:lnTo>
                    <a:pt x="933416" y="127240"/>
                  </a:lnTo>
                  <a:lnTo>
                    <a:pt x="1001519" y="85077"/>
                  </a:lnTo>
                  <a:lnTo>
                    <a:pt x="1043749" y="66532"/>
                  </a:lnTo>
                  <a:lnTo>
                    <a:pt x="1090855" y="49905"/>
                  </a:lnTo>
                  <a:lnTo>
                    <a:pt x="1142402" y="35368"/>
                  </a:lnTo>
                  <a:lnTo>
                    <a:pt x="1197959" y="23091"/>
                  </a:lnTo>
                  <a:lnTo>
                    <a:pt x="1257091" y="13244"/>
                  </a:lnTo>
                  <a:lnTo>
                    <a:pt x="1319366" y="6000"/>
                  </a:lnTo>
                  <a:lnTo>
                    <a:pt x="1384350" y="1528"/>
                  </a:lnTo>
                  <a:lnTo>
                    <a:pt x="1451610" y="0"/>
                  </a:lnTo>
                  <a:lnTo>
                    <a:pt x="1518869" y="1528"/>
                  </a:lnTo>
                  <a:lnTo>
                    <a:pt x="1583853" y="6000"/>
                  </a:lnTo>
                  <a:lnTo>
                    <a:pt x="1646128" y="13244"/>
                  </a:lnTo>
                  <a:lnTo>
                    <a:pt x="1705260" y="23091"/>
                  </a:lnTo>
                  <a:lnTo>
                    <a:pt x="1760817" y="35368"/>
                  </a:lnTo>
                  <a:lnTo>
                    <a:pt x="1812364" y="49905"/>
                  </a:lnTo>
                  <a:lnTo>
                    <a:pt x="1859470" y="66532"/>
                  </a:lnTo>
                  <a:lnTo>
                    <a:pt x="1901700" y="85077"/>
                  </a:lnTo>
                  <a:lnTo>
                    <a:pt x="1938622" y="105370"/>
                  </a:lnTo>
                  <a:lnTo>
                    <a:pt x="1994808" y="150517"/>
                  </a:lnTo>
                  <a:lnTo>
                    <a:pt x="2024562" y="200605"/>
                  </a:lnTo>
                  <a:lnTo>
                    <a:pt x="2028443" y="227075"/>
                  </a:lnTo>
                  <a:lnTo>
                    <a:pt x="2024562" y="253546"/>
                  </a:lnTo>
                  <a:lnTo>
                    <a:pt x="1994808" y="303634"/>
                  </a:lnTo>
                  <a:lnTo>
                    <a:pt x="1938622" y="348781"/>
                  </a:lnTo>
                  <a:lnTo>
                    <a:pt x="1901700" y="369074"/>
                  </a:lnTo>
                  <a:lnTo>
                    <a:pt x="1859470" y="387619"/>
                  </a:lnTo>
                  <a:lnTo>
                    <a:pt x="1812364" y="404246"/>
                  </a:lnTo>
                  <a:lnTo>
                    <a:pt x="1760817" y="418783"/>
                  </a:lnTo>
                  <a:lnTo>
                    <a:pt x="1705260" y="431060"/>
                  </a:lnTo>
                  <a:lnTo>
                    <a:pt x="1646128" y="440907"/>
                  </a:lnTo>
                  <a:lnTo>
                    <a:pt x="1583853" y="448151"/>
                  </a:lnTo>
                  <a:lnTo>
                    <a:pt x="1518869" y="452623"/>
                  </a:lnTo>
                  <a:lnTo>
                    <a:pt x="1451610" y="454151"/>
                  </a:lnTo>
                  <a:lnTo>
                    <a:pt x="1384350" y="452623"/>
                  </a:lnTo>
                  <a:lnTo>
                    <a:pt x="1319366" y="448151"/>
                  </a:lnTo>
                  <a:lnTo>
                    <a:pt x="1257091" y="440907"/>
                  </a:lnTo>
                  <a:lnTo>
                    <a:pt x="1197959" y="431060"/>
                  </a:lnTo>
                  <a:lnTo>
                    <a:pt x="1142402" y="418783"/>
                  </a:lnTo>
                  <a:lnTo>
                    <a:pt x="1090855" y="404246"/>
                  </a:lnTo>
                  <a:lnTo>
                    <a:pt x="1043749" y="387619"/>
                  </a:lnTo>
                  <a:lnTo>
                    <a:pt x="1001519" y="369074"/>
                  </a:lnTo>
                  <a:lnTo>
                    <a:pt x="964597" y="348781"/>
                  </a:lnTo>
                  <a:lnTo>
                    <a:pt x="908411" y="303634"/>
                  </a:lnTo>
                  <a:lnTo>
                    <a:pt x="878657" y="253546"/>
                  </a:lnTo>
                  <a:lnTo>
                    <a:pt x="874776" y="227075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4188" y="813816"/>
              <a:ext cx="3552444" cy="8092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11417" y="1359154"/>
              <a:ext cx="1208405" cy="1256665"/>
            </a:xfrm>
            <a:custGeom>
              <a:avLst/>
              <a:gdLst/>
              <a:ahLst/>
              <a:cxnLst/>
              <a:rect l="l" t="t" r="r" b="b"/>
              <a:pathLst>
                <a:path w="1208404" h="1256664">
                  <a:moveTo>
                    <a:pt x="117348" y="0"/>
                  </a:moveTo>
                  <a:lnTo>
                    <a:pt x="0" y="109474"/>
                  </a:lnTo>
                  <a:lnTo>
                    <a:pt x="746125" y="907796"/>
                  </a:lnTo>
                  <a:lnTo>
                    <a:pt x="401574" y="1229868"/>
                  </a:lnTo>
                  <a:lnTo>
                    <a:pt x="1181608" y="1256284"/>
                  </a:lnTo>
                  <a:lnTo>
                    <a:pt x="1208024" y="476250"/>
                  </a:lnTo>
                  <a:lnTo>
                    <a:pt x="863473" y="798322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1417" y="1359154"/>
              <a:ext cx="1208405" cy="1256665"/>
            </a:xfrm>
            <a:custGeom>
              <a:avLst/>
              <a:gdLst/>
              <a:ahLst/>
              <a:cxnLst/>
              <a:rect l="l" t="t" r="r" b="b"/>
              <a:pathLst>
                <a:path w="1208404" h="1256664">
                  <a:moveTo>
                    <a:pt x="117348" y="0"/>
                  </a:moveTo>
                  <a:lnTo>
                    <a:pt x="863473" y="798322"/>
                  </a:lnTo>
                  <a:lnTo>
                    <a:pt x="1208024" y="476250"/>
                  </a:lnTo>
                  <a:lnTo>
                    <a:pt x="1181608" y="1256284"/>
                  </a:lnTo>
                  <a:lnTo>
                    <a:pt x="401574" y="1229868"/>
                  </a:lnTo>
                  <a:lnTo>
                    <a:pt x="746125" y="907796"/>
                  </a:lnTo>
                  <a:lnTo>
                    <a:pt x="0" y="109474"/>
                  </a:lnTo>
                  <a:lnTo>
                    <a:pt x="117348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219" y="2621280"/>
              <a:ext cx="3447287" cy="876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54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Phương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thức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FF0000"/>
                </a:solidFill>
                <a:latin typeface="Calibri Light"/>
                <a:cs typeface="Calibri Light"/>
              </a:rPr>
              <a:t>doGet</a:t>
            </a:r>
            <a:r>
              <a:rPr sz="4400" b="0" spc="-1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và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doPost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12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441450"/>
          <a:ext cx="10515600" cy="43586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doGet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doPost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79">
                <a:tc>
                  <a:txBody>
                    <a:bodyPr/>
                    <a:lstStyle/>
                    <a:p>
                      <a:pPr marL="434340" marR="83185" indent="-342900" algn="just">
                        <a:lnSpc>
                          <a:spcPct val="100000"/>
                        </a:lnSpc>
                        <a:spcBef>
                          <a:spcPts val="165"/>
                        </a:spcBef>
                        <a:buChar char="-"/>
                        <a:tabLst>
                          <a:tab pos="434340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Dữ</a:t>
                      </a:r>
                      <a:r>
                        <a:rPr sz="3200" spc="6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liệu</a:t>
                      </a:r>
                      <a:r>
                        <a:rPr sz="3200" spc="6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được</a:t>
                      </a:r>
                      <a:r>
                        <a:rPr sz="3200" spc="6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gởi</a:t>
                      </a:r>
                      <a:r>
                        <a:rPr sz="3200" spc="6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như</a:t>
                      </a:r>
                      <a:r>
                        <a:rPr sz="3200" spc="6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một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3200" spc="5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header</a:t>
                      </a:r>
                      <a:r>
                        <a:rPr sz="3200" spc="5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có</a:t>
                      </a:r>
                      <a:r>
                        <a:rPr sz="3200" spc="5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kích</a:t>
                      </a:r>
                      <a:r>
                        <a:rPr sz="3200" spc="5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thước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giới</a:t>
                      </a:r>
                      <a:r>
                        <a:rPr sz="3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hạn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434340" indent="-342900" algn="just">
                        <a:lnSpc>
                          <a:spcPct val="100000"/>
                        </a:lnSpc>
                        <a:buChar char="-"/>
                        <a:tabLst>
                          <a:tab pos="434340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Hiển</a:t>
                      </a:r>
                      <a:r>
                        <a:rPr sz="3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thị</a:t>
                      </a:r>
                      <a:r>
                        <a:rPr sz="3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3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r>
                        <a:rPr sz="32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bar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434340" indent="-342900" algn="just">
                        <a:lnSpc>
                          <a:spcPct val="100000"/>
                        </a:lnSpc>
                        <a:buChar char="-"/>
                        <a:tabLst>
                          <a:tab pos="434340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Truyền</a:t>
                      </a:r>
                      <a:r>
                        <a:rPr sz="3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qua</a:t>
                      </a:r>
                      <a:r>
                        <a:rPr sz="3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mạng</a:t>
                      </a:r>
                      <a:r>
                        <a:rPr sz="3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khi</a:t>
                      </a:r>
                      <a:r>
                        <a:rPr sz="3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submit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434340" algn="just">
                        <a:lnSpc>
                          <a:spcPct val="10000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bởi người</a:t>
                      </a:r>
                      <a:r>
                        <a:rPr sz="3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dùng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3820" indent="309880" algn="just">
                        <a:lnSpc>
                          <a:spcPct val="100000"/>
                        </a:lnSpc>
                        <a:spcBef>
                          <a:spcPts val="165"/>
                        </a:spcBef>
                        <a:buChar char="-"/>
                        <a:tabLst>
                          <a:tab pos="401955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Dữ</a:t>
                      </a:r>
                      <a:r>
                        <a:rPr sz="3200" spc="7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liệu</a:t>
                      </a:r>
                      <a:r>
                        <a:rPr sz="3200" spc="7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được</a:t>
                      </a:r>
                      <a:r>
                        <a:rPr sz="3200" spc="7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gởi</a:t>
                      </a:r>
                      <a:r>
                        <a:rPr sz="3200" spc="7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như</a:t>
                      </a:r>
                      <a:r>
                        <a:rPr sz="3200" spc="7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một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3200" spc="6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3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r>
                        <a:rPr sz="3200" spc="6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có</a:t>
                      </a:r>
                      <a:r>
                        <a:rPr sz="3200" spc="6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kích</a:t>
                      </a:r>
                      <a:r>
                        <a:rPr sz="3200" spc="6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thước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không</a:t>
                      </a:r>
                      <a:r>
                        <a:rPr sz="3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giới</a:t>
                      </a:r>
                      <a:r>
                        <a:rPr sz="3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hạn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434975" marR="85725" indent="-343535" algn="just">
                        <a:lnSpc>
                          <a:spcPct val="100000"/>
                        </a:lnSpc>
                        <a:buChar char="-"/>
                        <a:tabLst>
                          <a:tab pos="435609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Không</a:t>
                      </a:r>
                      <a:r>
                        <a:rPr sz="3200" spc="69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hiển</a:t>
                      </a:r>
                      <a:r>
                        <a:rPr sz="3200" spc="69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thị</a:t>
                      </a:r>
                      <a:r>
                        <a:rPr sz="3200" spc="69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trong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3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bar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434975" marR="85725" indent="-343535" algn="just">
                        <a:lnSpc>
                          <a:spcPct val="100000"/>
                        </a:lnSpc>
                        <a:buChar char="-"/>
                        <a:tabLst>
                          <a:tab pos="435609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Truyền</a:t>
                      </a:r>
                      <a:r>
                        <a:rPr sz="3200" spc="4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qua</a:t>
                      </a:r>
                      <a:r>
                        <a:rPr sz="3200" spc="50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mạng</a:t>
                      </a:r>
                      <a:r>
                        <a:rPr sz="3200" spc="5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được</a:t>
                      </a:r>
                      <a:r>
                        <a:rPr sz="3200" spc="49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mã hóa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3270" y="352013"/>
            <a:ext cx="10650855" cy="6506209"/>
            <a:chOff x="953270" y="352013"/>
            <a:chExt cx="10650855" cy="65062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7695" y="3831335"/>
              <a:ext cx="8072628" cy="30266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270" y="851056"/>
              <a:ext cx="6390885" cy="22930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80737" y="2332481"/>
              <a:ext cx="810895" cy="3949700"/>
            </a:xfrm>
            <a:custGeom>
              <a:avLst/>
              <a:gdLst/>
              <a:ahLst/>
              <a:cxnLst/>
              <a:rect l="l" t="t" r="r" b="b"/>
              <a:pathLst>
                <a:path w="810895" h="3949700">
                  <a:moveTo>
                    <a:pt x="0" y="3867315"/>
                  </a:moveTo>
                  <a:lnTo>
                    <a:pt x="22860" y="3949369"/>
                  </a:lnTo>
                  <a:lnTo>
                    <a:pt x="68925" y="3889451"/>
                  </a:lnTo>
                  <a:lnTo>
                    <a:pt x="47371" y="3889451"/>
                  </a:lnTo>
                  <a:lnTo>
                    <a:pt x="22478" y="3884625"/>
                  </a:lnTo>
                  <a:lnTo>
                    <a:pt x="24897" y="3872138"/>
                  </a:lnTo>
                  <a:lnTo>
                    <a:pt x="0" y="3867315"/>
                  </a:lnTo>
                  <a:close/>
                </a:path>
                <a:path w="810895" h="3949700">
                  <a:moveTo>
                    <a:pt x="24897" y="3872138"/>
                  </a:moveTo>
                  <a:lnTo>
                    <a:pt x="22478" y="3884625"/>
                  </a:lnTo>
                  <a:lnTo>
                    <a:pt x="47371" y="3889451"/>
                  </a:lnTo>
                  <a:lnTo>
                    <a:pt x="49790" y="3876960"/>
                  </a:lnTo>
                  <a:lnTo>
                    <a:pt x="24897" y="3872138"/>
                  </a:lnTo>
                  <a:close/>
                </a:path>
                <a:path w="810895" h="3949700">
                  <a:moveTo>
                    <a:pt x="49790" y="3876960"/>
                  </a:moveTo>
                  <a:lnTo>
                    <a:pt x="47371" y="3889451"/>
                  </a:lnTo>
                  <a:lnTo>
                    <a:pt x="68925" y="3889451"/>
                  </a:lnTo>
                  <a:lnTo>
                    <a:pt x="74802" y="3881805"/>
                  </a:lnTo>
                  <a:lnTo>
                    <a:pt x="49790" y="3876960"/>
                  </a:lnTo>
                  <a:close/>
                </a:path>
                <a:path w="810895" h="3949700">
                  <a:moveTo>
                    <a:pt x="760982" y="72406"/>
                  </a:moveTo>
                  <a:lnTo>
                    <a:pt x="24897" y="3872138"/>
                  </a:lnTo>
                  <a:lnTo>
                    <a:pt x="49790" y="3876960"/>
                  </a:lnTo>
                  <a:lnTo>
                    <a:pt x="785876" y="77224"/>
                  </a:lnTo>
                  <a:lnTo>
                    <a:pt x="760982" y="72406"/>
                  </a:lnTo>
                  <a:close/>
                </a:path>
                <a:path w="810895" h="3949700">
                  <a:moveTo>
                    <a:pt x="804610" y="59943"/>
                  </a:moveTo>
                  <a:lnTo>
                    <a:pt x="763397" y="59943"/>
                  </a:lnTo>
                  <a:lnTo>
                    <a:pt x="788288" y="64769"/>
                  </a:lnTo>
                  <a:lnTo>
                    <a:pt x="785876" y="77224"/>
                  </a:lnTo>
                  <a:lnTo>
                    <a:pt x="810767" y="82041"/>
                  </a:lnTo>
                  <a:lnTo>
                    <a:pt x="804610" y="59943"/>
                  </a:lnTo>
                  <a:close/>
                </a:path>
                <a:path w="810895" h="3949700">
                  <a:moveTo>
                    <a:pt x="763397" y="59943"/>
                  </a:moveTo>
                  <a:lnTo>
                    <a:pt x="760982" y="72406"/>
                  </a:lnTo>
                  <a:lnTo>
                    <a:pt x="785876" y="77224"/>
                  </a:lnTo>
                  <a:lnTo>
                    <a:pt x="788288" y="64769"/>
                  </a:lnTo>
                  <a:lnTo>
                    <a:pt x="763397" y="59943"/>
                  </a:lnTo>
                  <a:close/>
                </a:path>
                <a:path w="810895" h="3949700">
                  <a:moveTo>
                    <a:pt x="787908" y="0"/>
                  </a:moveTo>
                  <a:lnTo>
                    <a:pt x="735964" y="67563"/>
                  </a:lnTo>
                  <a:lnTo>
                    <a:pt x="760982" y="72406"/>
                  </a:lnTo>
                  <a:lnTo>
                    <a:pt x="763397" y="59943"/>
                  </a:lnTo>
                  <a:lnTo>
                    <a:pt x="804610" y="59943"/>
                  </a:lnTo>
                  <a:lnTo>
                    <a:pt x="7879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9228" y="352013"/>
              <a:ext cx="3781044" cy="1209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4163" y="2720340"/>
              <a:ext cx="5713476" cy="10561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09916" y="1581911"/>
              <a:ext cx="304800" cy="1239520"/>
            </a:xfrm>
            <a:custGeom>
              <a:avLst/>
              <a:gdLst/>
              <a:ahLst/>
              <a:cxnLst/>
              <a:rect l="l" t="t" r="r" b="b"/>
              <a:pathLst>
                <a:path w="304800" h="1239520">
                  <a:moveTo>
                    <a:pt x="228600" y="0"/>
                  </a:moveTo>
                  <a:lnTo>
                    <a:pt x="76200" y="0"/>
                  </a:lnTo>
                  <a:lnTo>
                    <a:pt x="76200" y="1086612"/>
                  </a:lnTo>
                  <a:lnTo>
                    <a:pt x="0" y="1086612"/>
                  </a:lnTo>
                  <a:lnTo>
                    <a:pt x="152400" y="1239012"/>
                  </a:lnTo>
                  <a:lnTo>
                    <a:pt x="304800" y="1086612"/>
                  </a:lnTo>
                  <a:lnTo>
                    <a:pt x="228600" y="108661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9916" y="1581911"/>
              <a:ext cx="3888104" cy="1694814"/>
            </a:xfrm>
            <a:custGeom>
              <a:avLst/>
              <a:gdLst/>
              <a:ahLst/>
              <a:cxnLst/>
              <a:rect l="l" t="t" r="r" b="b"/>
              <a:pathLst>
                <a:path w="3888104" h="1694814">
                  <a:moveTo>
                    <a:pt x="0" y="1086612"/>
                  </a:moveTo>
                  <a:lnTo>
                    <a:pt x="76200" y="1086612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1086612"/>
                  </a:lnTo>
                  <a:lnTo>
                    <a:pt x="304800" y="1086612"/>
                  </a:lnTo>
                  <a:lnTo>
                    <a:pt x="152400" y="1239012"/>
                  </a:lnTo>
                  <a:lnTo>
                    <a:pt x="0" y="1086612"/>
                  </a:lnTo>
                  <a:close/>
                </a:path>
                <a:path w="3888104" h="1694814">
                  <a:moveTo>
                    <a:pt x="1205483" y="1694688"/>
                  </a:moveTo>
                  <a:lnTo>
                    <a:pt x="3887724" y="1694688"/>
                  </a:lnTo>
                  <a:lnTo>
                    <a:pt x="3887724" y="1138427"/>
                  </a:lnTo>
                  <a:lnTo>
                    <a:pt x="1205483" y="1138427"/>
                  </a:lnTo>
                  <a:lnTo>
                    <a:pt x="1205483" y="169468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38408" y="57911"/>
            <a:ext cx="5767192" cy="677878"/>
          </a:xfrm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614680" algn="l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  <a:latin typeface="Calibri Light"/>
                <a:cs typeface="Calibri Light"/>
              </a:rPr>
              <a:t>Sử</a:t>
            </a:r>
            <a:r>
              <a:rPr sz="4000" spc="-6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FF0000"/>
                </a:solidFill>
                <a:latin typeface="Calibri Light"/>
                <a:cs typeface="Calibri Light"/>
              </a:rPr>
              <a:t>dụng</a:t>
            </a:r>
            <a:r>
              <a:rPr sz="4000" spc="-6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alibri Light"/>
                <a:cs typeface="Calibri Light"/>
              </a:rPr>
              <a:t>doGet()</a:t>
            </a:r>
            <a:endParaRPr sz="40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548" y="143358"/>
            <a:ext cx="3247543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alibri Light"/>
                <a:cs typeface="Calibri Light"/>
              </a:rPr>
              <a:t>doPost()</a:t>
            </a:r>
            <a:endParaRPr sz="40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4548" y="678180"/>
            <a:ext cx="5761990" cy="3396615"/>
            <a:chOff x="574548" y="678180"/>
            <a:chExt cx="5761990" cy="33966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548" y="678180"/>
              <a:ext cx="5761482" cy="33962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03804" y="2362200"/>
              <a:ext cx="1263650" cy="394970"/>
            </a:xfrm>
            <a:custGeom>
              <a:avLst/>
              <a:gdLst/>
              <a:ahLst/>
              <a:cxnLst/>
              <a:rect l="l" t="t" r="r" b="b"/>
              <a:pathLst>
                <a:path w="1263650" h="394969">
                  <a:moveTo>
                    <a:pt x="0" y="197358"/>
                  </a:moveTo>
                  <a:lnTo>
                    <a:pt x="14570" y="155029"/>
                  </a:lnTo>
                  <a:lnTo>
                    <a:pt x="56225" y="115860"/>
                  </a:lnTo>
                  <a:lnTo>
                    <a:pt x="121883" y="80814"/>
                  </a:lnTo>
                  <a:lnTo>
                    <a:pt x="162749" y="65139"/>
                  </a:lnTo>
                  <a:lnTo>
                    <a:pt x="208459" y="50857"/>
                  </a:lnTo>
                  <a:lnTo>
                    <a:pt x="258628" y="38087"/>
                  </a:lnTo>
                  <a:lnTo>
                    <a:pt x="312871" y="26952"/>
                  </a:lnTo>
                  <a:lnTo>
                    <a:pt x="370802" y="17570"/>
                  </a:lnTo>
                  <a:lnTo>
                    <a:pt x="432035" y="10064"/>
                  </a:lnTo>
                  <a:lnTo>
                    <a:pt x="496186" y="4553"/>
                  </a:lnTo>
                  <a:lnTo>
                    <a:pt x="562868" y="1158"/>
                  </a:lnTo>
                  <a:lnTo>
                    <a:pt x="631697" y="0"/>
                  </a:lnTo>
                  <a:lnTo>
                    <a:pt x="700527" y="1158"/>
                  </a:lnTo>
                  <a:lnTo>
                    <a:pt x="767209" y="4553"/>
                  </a:lnTo>
                  <a:lnTo>
                    <a:pt x="831360" y="10064"/>
                  </a:lnTo>
                  <a:lnTo>
                    <a:pt x="892593" y="17570"/>
                  </a:lnTo>
                  <a:lnTo>
                    <a:pt x="950524" y="26952"/>
                  </a:lnTo>
                  <a:lnTo>
                    <a:pt x="1004767" y="38087"/>
                  </a:lnTo>
                  <a:lnTo>
                    <a:pt x="1054936" y="50857"/>
                  </a:lnTo>
                  <a:lnTo>
                    <a:pt x="1100646" y="65139"/>
                  </a:lnTo>
                  <a:lnTo>
                    <a:pt x="1141512" y="80814"/>
                  </a:lnTo>
                  <a:lnTo>
                    <a:pt x="1177148" y="97761"/>
                  </a:lnTo>
                  <a:lnTo>
                    <a:pt x="1231190" y="134989"/>
                  </a:lnTo>
                  <a:lnTo>
                    <a:pt x="1259689" y="175859"/>
                  </a:lnTo>
                  <a:lnTo>
                    <a:pt x="1263395" y="197358"/>
                  </a:lnTo>
                  <a:lnTo>
                    <a:pt x="1259689" y="218856"/>
                  </a:lnTo>
                  <a:lnTo>
                    <a:pt x="1231190" y="259726"/>
                  </a:lnTo>
                  <a:lnTo>
                    <a:pt x="1177148" y="296954"/>
                  </a:lnTo>
                  <a:lnTo>
                    <a:pt x="1141512" y="313901"/>
                  </a:lnTo>
                  <a:lnTo>
                    <a:pt x="1100646" y="329576"/>
                  </a:lnTo>
                  <a:lnTo>
                    <a:pt x="1054936" y="343858"/>
                  </a:lnTo>
                  <a:lnTo>
                    <a:pt x="1004767" y="356628"/>
                  </a:lnTo>
                  <a:lnTo>
                    <a:pt x="950524" y="367763"/>
                  </a:lnTo>
                  <a:lnTo>
                    <a:pt x="892593" y="377145"/>
                  </a:lnTo>
                  <a:lnTo>
                    <a:pt x="831360" y="384651"/>
                  </a:lnTo>
                  <a:lnTo>
                    <a:pt x="767209" y="390162"/>
                  </a:lnTo>
                  <a:lnTo>
                    <a:pt x="700527" y="393557"/>
                  </a:lnTo>
                  <a:lnTo>
                    <a:pt x="631697" y="394715"/>
                  </a:lnTo>
                  <a:lnTo>
                    <a:pt x="562868" y="393557"/>
                  </a:lnTo>
                  <a:lnTo>
                    <a:pt x="496186" y="390162"/>
                  </a:lnTo>
                  <a:lnTo>
                    <a:pt x="432035" y="384651"/>
                  </a:lnTo>
                  <a:lnTo>
                    <a:pt x="370802" y="377145"/>
                  </a:lnTo>
                  <a:lnTo>
                    <a:pt x="312871" y="367763"/>
                  </a:lnTo>
                  <a:lnTo>
                    <a:pt x="258628" y="356628"/>
                  </a:lnTo>
                  <a:lnTo>
                    <a:pt x="208459" y="343858"/>
                  </a:lnTo>
                  <a:lnTo>
                    <a:pt x="162749" y="329576"/>
                  </a:lnTo>
                  <a:lnTo>
                    <a:pt x="121883" y="313901"/>
                  </a:lnTo>
                  <a:lnTo>
                    <a:pt x="86247" y="296954"/>
                  </a:lnTo>
                  <a:lnTo>
                    <a:pt x="32205" y="259726"/>
                  </a:lnTo>
                  <a:lnTo>
                    <a:pt x="3706" y="218856"/>
                  </a:lnTo>
                  <a:lnTo>
                    <a:pt x="0" y="197358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190227" y="4198575"/>
            <a:ext cx="9752965" cy="2287270"/>
            <a:chOff x="1190227" y="4198575"/>
            <a:chExt cx="9752965" cy="22872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0227" y="4198575"/>
              <a:ext cx="4530122" cy="21344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3673" y="4492703"/>
              <a:ext cx="5089418" cy="19927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88793" y="5495544"/>
              <a:ext cx="3622675" cy="554355"/>
            </a:xfrm>
            <a:custGeom>
              <a:avLst/>
              <a:gdLst/>
              <a:ahLst/>
              <a:cxnLst/>
              <a:rect l="l" t="t" r="r" b="b"/>
              <a:pathLst>
                <a:path w="3622675" h="554354">
                  <a:moveTo>
                    <a:pt x="3482975" y="0"/>
                  </a:moveTo>
                  <a:lnTo>
                    <a:pt x="3489832" y="68960"/>
                  </a:lnTo>
                  <a:lnTo>
                    <a:pt x="0" y="416458"/>
                  </a:lnTo>
                  <a:lnTo>
                    <a:pt x="13716" y="554253"/>
                  </a:lnTo>
                  <a:lnTo>
                    <a:pt x="3503549" y="206705"/>
                  </a:lnTo>
                  <a:lnTo>
                    <a:pt x="3510406" y="275615"/>
                  </a:lnTo>
                  <a:lnTo>
                    <a:pt x="3622675" y="125272"/>
                  </a:lnTo>
                  <a:lnTo>
                    <a:pt x="348297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8793" y="5495544"/>
              <a:ext cx="3622675" cy="554355"/>
            </a:xfrm>
            <a:custGeom>
              <a:avLst/>
              <a:gdLst/>
              <a:ahLst/>
              <a:cxnLst/>
              <a:rect l="l" t="t" r="r" b="b"/>
              <a:pathLst>
                <a:path w="3622675" h="554354">
                  <a:moveTo>
                    <a:pt x="0" y="416458"/>
                  </a:moveTo>
                  <a:lnTo>
                    <a:pt x="3489832" y="68960"/>
                  </a:lnTo>
                  <a:lnTo>
                    <a:pt x="3482975" y="0"/>
                  </a:lnTo>
                  <a:lnTo>
                    <a:pt x="3622675" y="125272"/>
                  </a:lnTo>
                  <a:lnTo>
                    <a:pt x="3510406" y="275615"/>
                  </a:lnTo>
                  <a:lnTo>
                    <a:pt x="3503549" y="206705"/>
                  </a:lnTo>
                  <a:lnTo>
                    <a:pt x="13716" y="554253"/>
                  </a:lnTo>
                  <a:lnTo>
                    <a:pt x="0" y="4164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20199" y="4850892"/>
              <a:ext cx="1263650" cy="394970"/>
            </a:xfrm>
            <a:custGeom>
              <a:avLst/>
              <a:gdLst/>
              <a:ahLst/>
              <a:cxnLst/>
              <a:rect l="l" t="t" r="r" b="b"/>
              <a:pathLst>
                <a:path w="1263650" h="394970">
                  <a:moveTo>
                    <a:pt x="0" y="197357"/>
                  </a:moveTo>
                  <a:lnTo>
                    <a:pt x="14570" y="155029"/>
                  </a:lnTo>
                  <a:lnTo>
                    <a:pt x="56225" y="115860"/>
                  </a:lnTo>
                  <a:lnTo>
                    <a:pt x="121883" y="80814"/>
                  </a:lnTo>
                  <a:lnTo>
                    <a:pt x="162749" y="65139"/>
                  </a:lnTo>
                  <a:lnTo>
                    <a:pt x="208459" y="50857"/>
                  </a:lnTo>
                  <a:lnTo>
                    <a:pt x="258628" y="38087"/>
                  </a:lnTo>
                  <a:lnTo>
                    <a:pt x="312871" y="26952"/>
                  </a:lnTo>
                  <a:lnTo>
                    <a:pt x="370802" y="17570"/>
                  </a:lnTo>
                  <a:lnTo>
                    <a:pt x="432035" y="10064"/>
                  </a:lnTo>
                  <a:lnTo>
                    <a:pt x="496186" y="4553"/>
                  </a:lnTo>
                  <a:lnTo>
                    <a:pt x="562868" y="1158"/>
                  </a:lnTo>
                  <a:lnTo>
                    <a:pt x="631698" y="0"/>
                  </a:lnTo>
                  <a:lnTo>
                    <a:pt x="700527" y="1158"/>
                  </a:lnTo>
                  <a:lnTo>
                    <a:pt x="767209" y="4553"/>
                  </a:lnTo>
                  <a:lnTo>
                    <a:pt x="831360" y="10064"/>
                  </a:lnTo>
                  <a:lnTo>
                    <a:pt x="892593" y="17570"/>
                  </a:lnTo>
                  <a:lnTo>
                    <a:pt x="950524" y="26952"/>
                  </a:lnTo>
                  <a:lnTo>
                    <a:pt x="1004767" y="38087"/>
                  </a:lnTo>
                  <a:lnTo>
                    <a:pt x="1054936" y="50857"/>
                  </a:lnTo>
                  <a:lnTo>
                    <a:pt x="1100646" y="65139"/>
                  </a:lnTo>
                  <a:lnTo>
                    <a:pt x="1141512" y="80814"/>
                  </a:lnTo>
                  <a:lnTo>
                    <a:pt x="1177148" y="97761"/>
                  </a:lnTo>
                  <a:lnTo>
                    <a:pt x="1231190" y="134989"/>
                  </a:lnTo>
                  <a:lnTo>
                    <a:pt x="1259689" y="175859"/>
                  </a:lnTo>
                  <a:lnTo>
                    <a:pt x="1263396" y="197357"/>
                  </a:lnTo>
                  <a:lnTo>
                    <a:pt x="1259689" y="218856"/>
                  </a:lnTo>
                  <a:lnTo>
                    <a:pt x="1231190" y="259726"/>
                  </a:lnTo>
                  <a:lnTo>
                    <a:pt x="1177148" y="296954"/>
                  </a:lnTo>
                  <a:lnTo>
                    <a:pt x="1141512" y="313901"/>
                  </a:lnTo>
                  <a:lnTo>
                    <a:pt x="1100646" y="329576"/>
                  </a:lnTo>
                  <a:lnTo>
                    <a:pt x="1054936" y="343858"/>
                  </a:lnTo>
                  <a:lnTo>
                    <a:pt x="1004767" y="356628"/>
                  </a:lnTo>
                  <a:lnTo>
                    <a:pt x="950524" y="367763"/>
                  </a:lnTo>
                  <a:lnTo>
                    <a:pt x="892593" y="377145"/>
                  </a:lnTo>
                  <a:lnTo>
                    <a:pt x="831360" y="384651"/>
                  </a:lnTo>
                  <a:lnTo>
                    <a:pt x="767209" y="390162"/>
                  </a:lnTo>
                  <a:lnTo>
                    <a:pt x="700527" y="393557"/>
                  </a:lnTo>
                  <a:lnTo>
                    <a:pt x="631698" y="394715"/>
                  </a:lnTo>
                  <a:lnTo>
                    <a:pt x="562868" y="393557"/>
                  </a:lnTo>
                  <a:lnTo>
                    <a:pt x="496186" y="390162"/>
                  </a:lnTo>
                  <a:lnTo>
                    <a:pt x="432035" y="384651"/>
                  </a:lnTo>
                  <a:lnTo>
                    <a:pt x="370802" y="377145"/>
                  </a:lnTo>
                  <a:lnTo>
                    <a:pt x="312871" y="367763"/>
                  </a:lnTo>
                  <a:lnTo>
                    <a:pt x="258628" y="356628"/>
                  </a:lnTo>
                  <a:lnTo>
                    <a:pt x="208459" y="343858"/>
                  </a:lnTo>
                  <a:lnTo>
                    <a:pt x="162749" y="329576"/>
                  </a:lnTo>
                  <a:lnTo>
                    <a:pt x="121883" y="313901"/>
                  </a:lnTo>
                  <a:lnTo>
                    <a:pt x="86247" y="296954"/>
                  </a:lnTo>
                  <a:lnTo>
                    <a:pt x="32205" y="259726"/>
                  </a:lnTo>
                  <a:lnTo>
                    <a:pt x="3706" y="218856"/>
                  </a:lnTo>
                  <a:lnTo>
                    <a:pt x="0" y="197357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4280" y="263144"/>
            <a:ext cx="6176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Inteface</a:t>
            </a:r>
            <a:r>
              <a:rPr sz="4400" spc="-1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RequestDispatcher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16938" y="1009649"/>
            <a:ext cx="10436861" cy="18586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Cung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cấp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chế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điều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vận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các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yêu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cầu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tới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khác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(servlet, html,jsp,…..)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Còn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được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dùng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để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hàm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nội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của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khác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Là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một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để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cộng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tác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giữa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4610" y="2910839"/>
          <a:ext cx="10516234" cy="311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4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Tên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Ý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nghĩa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Cú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pháp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forward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Chuyển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hướng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ReQuestDispatcher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ServletRequest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req,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request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từ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servlet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rd=request.getRequestDispatcher(“resource”)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ServletRespone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này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tới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resource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rd.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forward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(request,respone)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khác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include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Bao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hàm nội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dung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ReQuestDispatcher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ServletRequest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req,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của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rd=request.getRequestDispatcher(“resource”)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ServletRespone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resource(servlet,jsp,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rd.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include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(request,respone)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html…)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trong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respone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0968"/>
            <a:ext cx="8610600" cy="990270"/>
          </a:xfrm>
          <a:prstGeom prst="rect">
            <a:avLst/>
          </a:prstGeom>
        </p:spPr>
        <p:txBody>
          <a:bodyPr vert="horz" wrap="square" lIns="0" tIns="310133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Ví</a:t>
            </a:r>
            <a:r>
              <a:rPr sz="4400" spc="-1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dụ </a:t>
            </a: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RequestDispatcher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150619"/>
            <a:ext cx="8400288" cy="50215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297002"/>
            <a:ext cx="70078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sendRedirect()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71244" y="1409192"/>
            <a:ext cx="10125355" cy="22025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319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Phương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thức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này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của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interface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HTTPServletRespone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được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dùng</a:t>
            </a:r>
            <a:endParaRPr sz="2800" dirty="0">
              <a:latin typeface="Calibri"/>
              <a:cs typeface="Calibri"/>
            </a:endParaRPr>
          </a:p>
          <a:p>
            <a:pPr marL="240665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chuyển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hướng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tới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khác</a:t>
            </a:r>
            <a:endParaRPr sz="2800" dirty="0">
              <a:latin typeface="Calibri"/>
              <a:cs typeface="Calibri"/>
            </a:endParaRPr>
          </a:p>
          <a:p>
            <a:pPr marL="925830" lvl="1" indent="-457200">
              <a:lnSpc>
                <a:spcPct val="100000"/>
              </a:lnSpc>
              <a:spcBef>
                <a:spcPts val="245"/>
              </a:spcBef>
              <a:buFont typeface="Wingdings" panose="05000000000000000000" pitchFamily="2" charset="2"/>
              <a:buChar char="q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respone.sendRedirect(“</a:t>
            </a:r>
            <a:r>
              <a:rPr sz="2800" spc="-10" dirty="0">
                <a:latin typeface="Calibri"/>
                <a:cs typeface="Calibri"/>
                <a:hlinkClick r:id="rId2"/>
              </a:rPr>
              <a:t>http://stu.edu.vn</a:t>
            </a:r>
            <a:r>
              <a:rPr sz="2800" spc="-10" dirty="0">
                <a:latin typeface="Calibri"/>
                <a:cs typeface="Calibri"/>
              </a:rPr>
              <a:t>”);</a:t>
            </a:r>
            <a:endParaRPr sz="2800" dirty="0">
              <a:latin typeface="Calibri"/>
              <a:cs typeface="Calibri"/>
            </a:endParaRPr>
          </a:p>
          <a:p>
            <a:pPr marL="925830" lvl="1" indent="-457200">
              <a:lnSpc>
                <a:spcPct val="100000"/>
              </a:lnSpc>
              <a:spcBef>
                <a:spcPts val="215"/>
              </a:spcBef>
              <a:buFont typeface="Wingdings" panose="05000000000000000000" pitchFamily="2" charset="2"/>
              <a:buChar char="q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respone.sendRedirect(“/1.html”);</a:t>
            </a:r>
            <a:endParaRPr sz="2800" dirty="0">
              <a:latin typeface="Calibri"/>
              <a:cs typeface="Calibri"/>
            </a:endParaRPr>
          </a:p>
          <a:p>
            <a:pPr marL="925830" lvl="1" indent="-457200">
              <a:lnSpc>
                <a:spcPct val="100000"/>
              </a:lnSpc>
              <a:spcBef>
                <a:spcPts val="204"/>
              </a:spcBef>
              <a:buFont typeface="Wingdings" panose="05000000000000000000" pitchFamily="2" charset="2"/>
              <a:buChar char="q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respone.sendRedirect(“http://localhost:8080/1.html”);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786" y="1785528"/>
            <a:ext cx="5153025" cy="77203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771" y="1186942"/>
            <a:ext cx="18052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Session?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771" y="2720467"/>
            <a:ext cx="453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Phương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pháp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quản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lý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Seesion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314706"/>
            <a:ext cx="38385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0000"/>
                </a:solidFill>
                <a:latin typeface="Calibri Light"/>
                <a:cs typeface="Calibri Light"/>
              </a:rPr>
              <a:t>Session</a:t>
            </a:r>
            <a:r>
              <a:rPr sz="4400" spc="-2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FF0000"/>
                </a:solidFill>
                <a:latin typeface="Calibri Light"/>
                <a:cs typeface="Calibri Light"/>
              </a:rPr>
              <a:t>Manager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18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4450" y="2819400"/>
            <a:ext cx="3331522" cy="36015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07236" y="3910584"/>
            <a:ext cx="2057400" cy="762000"/>
          </a:xfrm>
          <a:prstGeom prst="rect">
            <a:avLst/>
          </a:prstGeom>
          <a:solidFill>
            <a:srgbClr val="5B9BD4"/>
          </a:solidFill>
          <a:ln w="12700">
            <a:solidFill>
              <a:srgbClr val="41709C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1140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CaseStudy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314" y="2489072"/>
            <a:ext cx="33597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Calibri Light"/>
                <a:cs typeface="Calibri Light"/>
              </a:rPr>
              <a:t>Case</a:t>
            </a:r>
            <a:r>
              <a:rPr sz="6000" b="0" spc="-10" dirty="0">
                <a:latin typeface="Calibri Light"/>
                <a:cs typeface="Calibri Light"/>
              </a:rPr>
              <a:t> Study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53000" y="3428872"/>
            <a:ext cx="3359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Session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Manager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814006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b="0" dirty="0">
                <a:latin typeface="Calibri Light"/>
                <a:cs typeface="Calibri Light"/>
              </a:rPr>
              <a:t>Session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Manager: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Hidden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Form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field </a:t>
            </a:r>
            <a:r>
              <a:rPr sz="4400" b="0" dirty="0">
                <a:latin typeface="Calibri Light"/>
                <a:cs typeface="Calibri Light"/>
              </a:rPr>
              <a:t>Project:</a:t>
            </a:r>
            <a:r>
              <a:rPr sz="4400" b="0" spc="-155" dirty="0"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WebSession1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37006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&lt;input</a:t>
            </a:r>
            <a:r>
              <a:rPr sz="28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type="hidden"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name="session_id"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value="054"</a:t>
            </a:r>
            <a:r>
              <a:rPr sz="28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/&gt;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5681" y="2453148"/>
            <a:ext cx="5568761" cy="35101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733615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b="0" dirty="0">
                <a:latin typeface="Calibri Light"/>
                <a:cs typeface="Calibri Light"/>
              </a:rPr>
              <a:t>Session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Manager: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URL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ReWriting </a:t>
            </a:r>
            <a:r>
              <a:rPr sz="4400" b="0" dirty="0">
                <a:latin typeface="Calibri Light"/>
                <a:cs typeface="Calibri Light"/>
              </a:rPr>
              <a:t>Project:</a:t>
            </a:r>
            <a:r>
              <a:rPr sz="4400" b="0" spc="-155" dirty="0"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WebSession2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793493"/>
            <a:ext cx="685546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URL?name1=value1&amp;name2=value2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1767" y="2814827"/>
            <a:ext cx="4403090" cy="1083945"/>
            <a:chOff x="1191767" y="2814827"/>
            <a:chExt cx="4403090" cy="10839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1767" y="2814827"/>
              <a:ext cx="3713987" cy="8284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507" y="3346704"/>
              <a:ext cx="3810000" cy="546100"/>
            </a:xfrm>
            <a:custGeom>
              <a:avLst/>
              <a:gdLst/>
              <a:ahLst/>
              <a:cxnLst/>
              <a:rect l="l" t="t" r="r" b="b"/>
              <a:pathLst>
                <a:path w="3810000" h="546100">
                  <a:moveTo>
                    <a:pt x="3537204" y="0"/>
                  </a:moveTo>
                  <a:lnTo>
                    <a:pt x="3537204" y="237871"/>
                  </a:lnTo>
                  <a:lnTo>
                    <a:pt x="0" y="237871"/>
                  </a:lnTo>
                  <a:lnTo>
                    <a:pt x="0" y="307721"/>
                  </a:lnTo>
                  <a:lnTo>
                    <a:pt x="3537204" y="307721"/>
                  </a:lnTo>
                  <a:lnTo>
                    <a:pt x="3537204" y="545592"/>
                  </a:lnTo>
                  <a:lnTo>
                    <a:pt x="3810000" y="272796"/>
                  </a:lnTo>
                  <a:lnTo>
                    <a:pt x="353720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8507" y="3346704"/>
              <a:ext cx="3810000" cy="546100"/>
            </a:xfrm>
            <a:custGeom>
              <a:avLst/>
              <a:gdLst/>
              <a:ahLst/>
              <a:cxnLst/>
              <a:rect l="l" t="t" r="r" b="b"/>
              <a:pathLst>
                <a:path w="3810000" h="546100">
                  <a:moveTo>
                    <a:pt x="0" y="237871"/>
                  </a:moveTo>
                  <a:lnTo>
                    <a:pt x="3537204" y="237871"/>
                  </a:lnTo>
                  <a:lnTo>
                    <a:pt x="3537204" y="0"/>
                  </a:lnTo>
                  <a:lnTo>
                    <a:pt x="3810000" y="272796"/>
                  </a:lnTo>
                  <a:lnTo>
                    <a:pt x="3537204" y="545592"/>
                  </a:lnTo>
                  <a:lnTo>
                    <a:pt x="3537204" y="307721"/>
                  </a:lnTo>
                  <a:lnTo>
                    <a:pt x="0" y="307721"/>
                  </a:lnTo>
                  <a:lnTo>
                    <a:pt x="0" y="23787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996940" y="2584450"/>
            <a:ext cx="5006975" cy="1620520"/>
            <a:chOff x="5996940" y="2584450"/>
            <a:chExt cx="5006975" cy="16205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6940" y="2814827"/>
              <a:ext cx="4818888" cy="13900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15784" y="2590800"/>
              <a:ext cx="3581400" cy="609600"/>
            </a:xfrm>
            <a:custGeom>
              <a:avLst/>
              <a:gdLst/>
              <a:ahLst/>
              <a:cxnLst/>
              <a:rect l="l" t="t" r="r" b="b"/>
              <a:pathLst>
                <a:path w="3581400" h="609600">
                  <a:moveTo>
                    <a:pt x="0" y="304800"/>
                  </a:moveTo>
                  <a:lnTo>
                    <a:pt x="13952" y="266578"/>
                  </a:lnTo>
                  <a:lnTo>
                    <a:pt x="54691" y="229770"/>
                  </a:lnTo>
                  <a:lnTo>
                    <a:pt x="95902" y="206158"/>
                  </a:lnTo>
                  <a:lnTo>
                    <a:pt x="147776" y="183386"/>
                  </a:lnTo>
                  <a:lnTo>
                    <a:pt x="209813" y="161539"/>
                  </a:lnTo>
                  <a:lnTo>
                    <a:pt x="281518" y="140701"/>
                  </a:lnTo>
                  <a:lnTo>
                    <a:pt x="320841" y="130688"/>
                  </a:lnTo>
                  <a:lnTo>
                    <a:pt x="362393" y="120958"/>
                  </a:lnTo>
                  <a:lnTo>
                    <a:pt x="406114" y="111524"/>
                  </a:lnTo>
                  <a:lnTo>
                    <a:pt x="451941" y="102394"/>
                  </a:lnTo>
                  <a:lnTo>
                    <a:pt x="499811" y="93581"/>
                  </a:lnTo>
                  <a:lnTo>
                    <a:pt x="549664" y="85095"/>
                  </a:lnTo>
                  <a:lnTo>
                    <a:pt x="601435" y="76945"/>
                  </a:lnTo>
                  <a:lnTo>
                    <a:pt x="655064" y="69144"/>
                  </a:lnTo>
                  <a:lnTo>
                    <a:pt x="710489" y="61700"/>
                  </a:lnTo>
                  <a:lnTo>
                    <a:pt x="767646" y="54626"/>
                  </a:lnTo>
                  <a:lnTo>
                    <a:pt x="826474" y="47932"/>
                  </a:lnTo>
                  <a:lnTo>
                    <a:pt x="886911" y="41627"/>
                  </a:lnTo>
                  <a:lnTo>
                    <a:pt x="948894" y="35724"/>
                  </a:lnTo>
                  <a:lnTo>
                    <a:pt x="1012362" y="30231"/>
                  </a:lnTo>
                  <a:lnTo>
                    <a:pt x="1077252" y="25161"/>
                  </a:lnTo>
                  <a:lnTo>
                    <a:pt x="1143502" y="20524"/>
                  </a:lnTo>
                  <a:lnTo>
                    <a:pt x="1211050" y="16329"/>
                  </a:lnTo>
                  <a:lnTo>
                    <a:pt x="1279834" y="12588"/>
                  </a:lnTo>
                  <a:lnTo>
                    <a:pt x="1349791" y="9312"/>
                  </a:lnTo>
                  <a:lnTo>
                    <a:pt x="1420860" y="6511"/>
                  </a:lnTo>
                  <a:lnTo>
                    <a:pt x="1492978" y="4195"/>
                  </a:lnTo>
                  <a:lnTo>
                    <a:pt x="1566083" y="2375"/>
                  </a:lnTo>
                  <a:lnTo>
                    <a:pt x="1640113" y="1062"/>
                  </a:lnTo>
                  <a:lnTo>
                    <a:pt x="1715006" y="267"/>
                  </a:lnTo>
                  <a:lnTo>
                    <a:pt x="1790700" y="0"/>
                  </a:lnTo>
                  <a:lnTo>
                    <a:pt x="1866393" y="267"/>
                  </a:lnTo>
                  <a:lnTo>
                    <a:pt x="1941286" y="1062"/>
                  </a:lnTo>
                  <a:lnTo>
                    <a:pt x="2015316" y="2375"/>
                  </a:lnTo>
                  <a:lnTo>
                    <a:pt x="2088421" y="4195"/>
                  </a:lnTo>
                  <a:lnTo>
                    <a:pt x="2160539" y="6511"/>
                  </a:lnTo>
                  <a:lnTo>
                    <a:pt x="2231608" y="9312"/>
                  </a:lnTo>
                  <a:lnTo>
                    <a:pt x="2301565" y="12588"/>
                  </a:lnTo>
                  <a:lnTo>
                    <a:pt x="2370349" y="16329"/>
                  </a:lnTo>
                  <a:lnTo>
                    <a:pt x="2437897" y="20524"/>
                  </a:lnTo>
                  <a:lnTo>
                    <a:pt x="2504147" y="25161"/>
                  </a:lnTo>
                  <a:lnTo>
                    <a:pt x="2569037" y="30231"/>
                  </a:lnTo>
                  <a:lnTo>
                    <a:pt x="2632505" y="35724"/>
                  </a:lnTo>
                  <a:lnTo>
                    <a:pt x="2694488" y="41627"/>
                  </a:lnTo>
                  <a:lnTo>
                    <a:pt x="2754925" y="47932"/>
                  </a:lnTo>
                  <a:lnTo>
                    <a:pt x="2813753" y="54626"/>
                  </a:lnTo>
                  <a:lnTo>
                    <a:pt x="2870910" y="61700"/>
                  </a:lnTo>
                  <a:lnTo>
                    <a:pt x="2926335" y="69144"/>
                  </a:lnTo>
                  <a:lnTo>
                    <a:pt x="2979964" y="76945"/>
                  </a:lnTo>
                  <a:lnTo>
                    <a:pt x="3031735" y="85095"/>
                  </a:lnTo>
                  <a:lnTo>
                    <a:pt x="3081588" y="93581"/>
                  </a:lnTo>
                  <a:lnTo>
                    <a:pt x="3129458" y="102394"/>
                  </a:lnTo>
                  <a:lnTo>
                    <a:pt x="3175285" y="111524"/>
                  </a:lnTo>
                  <a:lnTo>
                    <a:pt x="3219006" y="120958"/>
                  </a:lnTo>
                  <a:lnTo>
                    <a:pt x="3260558" y="130688"/>
                  </a:lnTo>
                  <a:lnTo>
                    <a:pt x="3299881" y="140701"/>
                  </a:lnTo>
                  <a:lnTo>
                    <a:pt x="3336910" y="150988"/>
                  </a:lnTo>
                  <a:lnTo>
                    <a:pt x="3403844" y="172341"/>
                  </a:lnTo>
                  <a:lnTo>
                    <a:pt x="3460862" y="194662"/>
                  </a:lnTo>
                  <a:lnTo>
                    <a:pt x="3507466" y="217864"/>
                  </a:lnTo>
                  <a:lnTo>
                    <a:pt x="3543160" y="241865"/>
                  </a:lnTo>
                  <a:lnTo>
                    <a:pt x="3575157" y="279176"/>
                  </a:lnTo>
                  <a:lnTo>
                    <a:pt x="3581400" y="304800"/>
                  </a:lnTo>
                  <a:lnTo>
                    <a:pt x="3579828" y="317679"/>
                  </a:lnTo>
                  <a:lnTo>
                    <a:pt x="3556761" y="355461"/>
                  </a:lnTo>
                  <a:lnTo>
                    <a:pt x="3526708" y="379829"/>
                  </a:lnTo>
                  <a:lnTo>
                    <a:pt x="3485497" y="403441"/>
                  </a:lnTo>
                  <a:lnTo>
                    <a:pt x="3433623" y="426213"/>
                  </a:lnTo>
                  <a:lnTo>
                    <a:pt x="3371586" y="448060"/>
                  </a:lnTo>
                  <a:lnTo>
                    <a:pt x="3299881" y="468898"/>
                  </a:lnTo>
                  <a:lnTo>
                    <a:pt x="3260558" y="478911"/>
                  </a:lnTo>
                  <a:lnTo>
                    <a:pt x="3219006" y="488641"/>
                  </a:lnTo>
                  <a:lnTo>
                    <a:pt x="3175285" y="498075"/>
                  </a:lnTo>
                  <a:lnTo>
                    <a:pt x="3129458" y="507205"/>
                  </a:lnTo>
                  <a:lnTo>
                    <a:pt x="3081588" y="516018"/>
                  </a:lnTo>
                  <a:lnTo>
                    <a:pt x="3031735" y="524504"/>
                  </a:lnTo>
                  <a:lnTo>
                    <a:pt x="2979964" y="532654"/>
                  </a:lnTo>
                  <a:lnTo>
                    <a:pt x="2926335" y="540455"/>
                  </a:lnTo>
                  <a:lnTo>
                    <a:pt x="2870910" y="547899"/>
                  </a:lnTo>
                  <a:lnTo>
                    <a:pt x="2813753" y="554973"/>
                  </a:lnTo>
                  <a:lnTo>
                    <a:pt x="2754925" y="561667"/>
                  </a:lnTo>
                  <a:lnTo>
                    <a:pt x="2694488" y="567972"/>
                  </a:lnTo>
                  <a:lnTo>
                    <a:pt x="2632505" y="573875"/>
                  </a:lnTo>
                  <a:lnTo>
                    <a:pt x="2569037" y="579368"/>
                  </a:lnTo>
                  <a:lnTo>
                    <a:pt x="2504147" y="584438"/>
                  </a:lnTo>
                  <a:lnTo>
                    <a:pt x="2437897" y="589075"/>
                  </a:lnTo>
                  <a:lnTo>
                    <a:pt x="2370349" y="593270"/>
                  </a:lnTo>
                  <a:lnTo>
                    <a:pt x="2301565" y="597011"/>
                  </a:lnTo>
                  <a:lnTo>
                    <a:pt x="2231608" y="600287"/>
                  </a:lnTo>
                  <a:lnTo>
                    <a:pt x="2160539" y="603088"/>
                  </a:lnTo>
                  <a:lnTo>
                    <a:pt x="2088421" y="605404"/>
                  </a:lnTo>
                  <a:lnTo>
                    <a:pt x="2015316" y="607224"/>
                  </a:lnTo>
                  <a:lnTo>
                    <a:pt x="1941286" y="608537"/>
                  </a:lnTo>
                  <a:lnTo>
                    <a:pt x="1866393" y="609332"/>
                  </a:lnTo>
                  <a:lnTo>
                    <a:pt x="1790700" y="609600"/>
                  </a:lnTo>
                  <a:lnTo>
                    <a:pt x="1715006" y="609332"/>
                  </a:lnTo>
                  <a:lnTo>
                    <a:pt x="1640113" y="608537"/>
                  </a:lnTo>
                  <a:lnTo>
                    <a:pt x="1566083" y="607224"/>
                  </a:lnTo>
                  <a:lnTo>
                    <a:pt x="1492978" y="605404"/>
                  </a:lnTo>
                  <a:lnTo>
                    <a:pt x="1420860" y="603088"/>
                  </a:lnTo>
                  <a:lnTo>
                    <a:pt x="1349791" y="600287"/>
                  </a:lnTo>
                  <a:lnTo>
                    <a:pt x="1279834" y="597011"/>
                  </a:lnTo>
                  <a:lnTo>
                    <a:pt x="1211050" y="593270"/>
                  </a:lnTo>
                  <a:lnTo>
                    <a:pt x="1143502" y="589075"/>
                  </a:lnTo>
                  <a:lnTo>
                    <a:pt x="1077252" y="584438"/>
                  </a:lnTo>
                  <a:lnTo>
                    <a:pt x="1012362" y="579368"/>
                  </a:lnTo>
                  <a:lnTo>
                    <a:pt x="948894" y="573875"/>
                  </a:lnTo>
                  <a:lnTo>
                    <a:pt x="886911" y="567972"/>
                  </a:lnTo>
                  <a:lnTo>
                    <a:pt x="826474" y="561667"/>
                  </a:lnTo>
                  <a:lnTo>
                    <a:pt x="767646" y="554973"/>
                  </a:lnTo>
                  <a:lnTo>
                    <a:pt x="710489" y="547899"/>
                  </a:lnTo>
                  <a:lnTo>
                    <a:pt x="655064" y="540455"/>
                  </a:lnTo>
                  <a:lnTo>
                    <a:pt x="601435" y="532654"/>
                  </a:lnTo>
                  <a:lnTo>
                    <a:pt x="549664" y="524504"/>
                  </a:lnTo>
                  <a:lnTo>
                    <a:pt x="499811" y="516018"/>
                  </a:lnTo>
                  <a:lnTo>
                    <a:pt x="451941" y="507205"/>
                  </a:lnTo>
                  <a:lnTo>
                    <a:pt x="406114" y="498075"/>
                  </a:lnTo>
                  <a:lnTo>
                    <a:pt x="362393" y="488641"/>
                  </a:lnTo>
                  <a:lnTo>
                    <a:pt x="320841" y="478911"/>
                  </a:lnTo>
                  <a:lnTo>
                    <a:pt x="281518" y="468898"/>
                  </a:lnTo>
                  <a:lnTo>
                    <a:pt x="244489" y="458611"/>
                  </a:lnTo>
                  <a:lnTo>
                    <a:pt x="177555" y="437258"/>
                  </a:lnTo>
                  <a:lnTo>
                    <a:pt x="120537" y="414937"/>
                  </a:lnTo>
                  <a:lnTo>
                    <a:pt x="73933" y="391735"/>
                  </a:lnTo>
                  <a:lnTo>
                    <a:pt x="38239" y="367734"/>
                  </a:lnTo>
                  <a:lnTo>
                    <a:pt x="6242" y="330423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345" y="2691362"/>
            <a:ext cx="5475820" cy="37517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287834"/>
            <a:ext cx="8836661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b="0" dirty="0">
                <a:latin typeface="Calibri Light"/>
                <a:cs typeface="Calibri Light"/>
              </a:rPr>
              <a:t>Session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Manager: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Cookie </a:t>
            </a:r>
            <a:r>
              <a:rPr sz="4400" b="0" dirty="0">
                <a:latin typeface="Calibri Light"/>
                <a:cs typeface="Calibri Light"/>
              </a:rPr>
              <a:t>Project:</a:t>
            </a:r>
            <a:r>
              <a:rPr sz="4400" b="0" spc="-155" dirty="0"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WebSession3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621564"/>
            <a:ext cx="5885815" cy="25749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Tạo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Cookie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c=new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Cookie(“session_id”,”054”);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response.addCookie(c);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Truy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xuất: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Cookie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c[]=request.getCookies();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c[i].getName();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c[i].getValue();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08228"/>
            <a:ext cx="9217661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b="0" dirty="0">
                <a:latin typeface="Calibri Light"/>
                <a:cs typeface="Calibri Light"/>
              </a:rPr>
              <a:t>Session</a:t>
            </a:r>
            <a:r>
              <a:rPr sz="4400" b="0" spc="-3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Manager: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HttpSession </a:t>
            </a:r>
            <a:r>
              <a:rPr sz="4400" b="0" dirty="0">
                <a:latin typeface="Calibri Light"/>
                <a:cs typeface="Calibri Light"/>
              </a:rPr>
              <a:t>Project:</a:t>
            </a:r>
            <a:r>
              <a:rPr sz="4400" b="0" spc="-155" dirty="0"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0000"/>
                </a:solidFill>
                <a:latin typeface="Calibri Light"/>
                <a:cs typeface="Calibri Light"/>
              </a:rPr>
              <a:t>WebSession4</a:t>
            </a:r>
            <a:endParaRPr sz="44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745" y="1997169"/>
            <a:ext cx="6246938" cy="372356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1546" y="2343099"/>
            <a:ext cx="1169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JSP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2141" y="3084322"/>
            <a:ext cx="53467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06FC0"/>
                </a:solidFill>
              </a:rPr>
              <a:t>Java</a:t>
            </a:r>
            <a:r>
              <a:rPr sz="5400" spc="-10" dirty="0">
                <a:solidFill>
                  <a:srgbClr val="006FC0"/>
                </a:solidFill>
              </a:rPr>
              <a:t> </a:t>
            </a:r>
            <a:r>
              <a:rPr sz="5400" dirty="0">
                <a:solidFill>
                  <a:srgbClr val="006FC0"/>
                </a:solidFill>
              </a:rPr>
              <a:t>Server</a:t>
            </a:r>
            <a:r>
              <a:rPr sz="5400" spc="-90" dirty="0">
                <a:solidFill>
                  <a:srgbClr val="006FC0"/>
                </a:solidFill>
              </a:rPr>
              <a:t> </a:t>
            </a:r>
            <a:r>
              <a:rPr sz="5400" spc="-10" dirty="0">
                <a:solidFill>
                  <a:srgbClr val="006FC0"/>
                </a:solidFill>
              </a:rPr>
              <a:t>Pages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9345930" y="485775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STU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2146" y="3158744"/>
            <a:ext cx="272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latin typeface="Calibri"/>
                <a:cs typeface="Calibri"/>
              </a:rPr>
              <a:t>JSP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6047" y="3603117"/>
            <a:ext cx="8743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Web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Client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1022" y="5116515"/>
            <a:ext cx="404063" cy="4138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9020" y="4046220"/>
            <a:ext cx="1153668" cy="7101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4778" y="3474843"/>
            <a:ext cx="563499" cy="78099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215001" y="4264152"/>
            <a:ext cx="2867660" cy="1373505"/>
            <a:chOff x="5215001" y="4264152"/>
            <a:chExt cx="2867660" cy="137350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0176" y="4264152"/>
              <a:ext cx="1202435" cy="12374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5001" y="4500245"/>
              <a:ext cx="2867660" cy="1137920"/>
            </a:xfrm>
            <a:custGeom>
              <a:avLst/>
              <a:gdLst/>
              <a:ahLst/>
              <a:cxnLst/>
              <a:rect l="l" t="t" r="r" b="b"/>
              <a:pathLst>
                <a:path w="2867659" h="1137920">
                  <a:moveTo>
                    <a:pt x="753668" y="127254"/>
                  </a:moveTo>
                  <a:lnTo>
                    <a:pt x="657352" y="127254"/>
                  </a:lnTo>
                  <a:lnTo>
                    <a:pt x="625589" y="127254"/>
                  </a:lnTo>
                  <a:lnTo>
                    <a:pt x="625221" y="190500"/>
                  </a:lnTo>
                  <a:lnTo>
                    <a:pt x="753668" y="127254"/>
                  </a:lnTo>
                  <a:close/>
                </a:path>
                <a:path w="2867659" h="1137920">
                  <a:moveTo>
                    <a:pt x="816356" y="96393"/>
                  </a:moveTo>
                  <a:lnTo>
                    <a:pt x="626364" y="0"/>
                  </a:lnTo>
                  <a:lnTo>
                    <a:pt x="625970" y="63576"/>
                  </a:lnTo>
                  <a:lnTo>
                    <a:pt x="254" y="59817"/>
                  </a:lnTo>
                  <a:lnTo>
                    <a:pt x="0" y="123317"/>
                  </a:lnTo>
                  <a:lnTo>
                    <a:pt x="625589" y="127076"/>
                  </a:lnTo>
                  <a:lnTo>
                    <a:pt x="657352" y="127254"/>
                  </a:lnTo>
                  <a:lnTo>
                    <a:pt x="754049" y="127076"/>
                  </a:lnTo>
                  <a:lnTo>
                    <a:pt x="816356" y="96393"/>
                  </a:lnTo>
                  <a:close/>
                </a:path>
                <a:path w="2867659" h="1137920">
                  <a:moveTo>
                    <a:pt x="2867660" y="1009269"/>
                  </a:moveTo>
                  <a:lnTo>
                    <a:pt x="2031568" y="1010373"/>
                  </a:lnTo>
                  <a:lnTo>
                    <a:pt x="2031492" y="946912"/>
                  </a:lnTo>
                  <a:lnTo>
                    <a:pt x="1841119" y="1042416"/>
                  </a:lnTo>
                  <a:lnTo>
                    <a:pt x="2031746" y="1137412"/>
                  </a:lnTo>
                  <a:lnTo>
                    <a:pt x="2031657" y="1073912"/>
                  </a:lnTo>
                  <a:lnTo>
                    <a:pt x="2867660" y="1072769"/>
                  </a:lnTo>
                  <a:lnTo>
                    <a:pt x="2867660" y="1009269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29859" y="3671951"/>
            <a:ext cx="1802764" cy="75247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893444">
              <a:lnSpc>
                <a:spcPct val="100000"/>
              </a:lnSpc>
              <a:spcBef>
                <a:spcPts val="1160"/>
              </a:spcBef>
            </a:pPr>
            <a:r>
              <a:rPr sz="1500" dirty="0">
                <a:latin typeface="Calibri"/>
                <a:cs typeface="Calibri"/>
              </a:rPr>
              <a:t>Web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Server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500" spc="-10" dirty="0">
                <a:latin typeface="Calibri"/>
                <a:cs typeface="Calibri"/>
              </a:rPr>
              <a:t>Request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2136" y="5202682"/>
            <a:ext cx="766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Response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15128" y="3696970"/>
            <a:ext cx="2822575" cy="1454150"/>
            <a:chOff x="5215128" y="3696970"/>
            <a:chExt cx="2822575" cy="1454150"/>
          </a:xfrm>
        </p:grpSpPr>
        <p:sp>
          <p:nvSpPr>
            <p:cNvPr id="13" name="object 13"/>
            <p:cNvSpPr/>
            <p:nvPr/>
          </p:nvSpPr>
          <p:spPr>
            <a:xfrm>
              <a:off x="7056120" y="3720973"/>
              <a:ext cx="981710" cy="655955"/>
            </a:xfrm>
            <a:custGeom>
              <a:avLst/>
              <a:gdLst/>
              <a:ahLst/>
              <a:cxnLst/>
              <a:rect l="l" t="t" r="r" b="b"/>
              <a:pathLst>
                <a:path w="981709" h="655954">
                  <a:moveTo>
                    <a:pt x="107441" y="471804"/>
                  </a:moveTo>
                  <a:lnTo>
                    <a:pt x="0" y="655701"/>
                  </a:lnTo>
                  <a:lnTo>
                    <a:pt x="211581" y="631316"/>
                  </a:lnTo>
                  <a:lnTo>
                    <a:pt x="188200" y="595502"/>
                  </a:lnTo>
                  <a:lnTo>
                    <a:pt x="150240" y="595502"/>
                  </a:lnTo>
                  <a:lnTo>
                    <a:pt x="115570" y="542289"/>
                  </a:lnTo>
                  <a:lnTo>
                    <a:pt x="142140" y="524952"/>
                  </a:lnTo>
                  <a:lnTo>
                    <a:pt x="107441" y="471804"/>
                  </a:lnTo>
                  <a:close/>
                </a:path>
                <a:path w="981709" h="655954">
                  <a:moveTo>
                    <a:pt x="142140" y="524952"/>
                  </a:moveTo>
                  <a:lnTo>
                    <a:pt x="115570" y="542289"/>
                  </a:lnTo>
                  <a:lnTo>
                    <a:pt x="150240" y="595502"/>
                  </a:lnTo>
                  <a:lnTo>
                    <a:pt x="176859" y="578132"/>
                  </a:lnTo>
                  <a:lnTo>
                    <a:pt x="142140" y="524952"/>
                  </a:lnTo>
                  <a:close/>
                </a:path>
                <a:path w="981709" h="655954">
                  <a:moveTo>
                    <a:pt x="176859" y="578132"/>
                  </a:moveTo>
                  <a:lnTo>
                    <a:pt x="150240" y="595502"/>
                  </a:lnTo>
                  <a:lnTo>
                    <a:pt x="188200" y="595502"/>
                  </a:lnTo>
                  <a:lnTo>
                    <a:pt x="176859" y="578132"/>
                  </a:lnTo>
                  <a:close/>
                </a:path>
                <a:path w="981709" h="655954">
                  <a:moveTo>
                    <a:pt x="946657" y="0"/>
                  </a:moveTo>
                  <a:lnTo>
                    <a:pt x="142140" y="524952"/>
                  </a:lnTo>
                  <a:lnTo>
                    <a:pt x="176859" y="578132"/>
                  </a:lnTo>
                  <a:lnTo>
                    <a:pt x="981455" y="53085"/>
                  </a:lnTo>
                  <a:lnTo>
                    <a:pt x="9466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29932" y="3696970"/>
              <a:ext cx="365125" cy="292100"/>
            </a:xfrm>
            <a:custGeom>
              <a:avLst/>
              <a:gdLst/>
              <a:ahLst/>
              <a:cxnLst/>
              <a:rect l="l" t="t" r="r" b="b"/>
              <a:pathLst>
                <a:path w="365125" h="292100">
                  <a:moveTo>
                    <a:pt x="57023" y="165099"/>
                  </a:moveTo>
                  <a:lnTo>
                    <a:pt x="45339" y="165099"/>
                  </a:lnTo>
                  <a:lnTo>
                    <a:pt x="36829" y="167639"/>
                  </a:lnTo>
                  <a:lnTo>
                    <a:pt x="35306" y="168909"/>
                  </a:lnTo>
                  <a:lnTo>
                    <a:pt x="33654" y="170179"/>
                  </a:lnTo>
                  <a:lnTo>
                    <a:pt x="30099" y="171449"/>
                  </a:lnTo>
                  <a:lnTo>
                    <a:pt x="27813" y="172719"/>
                  </a:lnTo>
                  <a:lnTo>
                    <a:pt x="3301" y="187959"/>
                  </a:lnTo>
                  <a:lnTo>
                    <a:pt x="2159" y="187959"/>
                  </a:lnTo>
                  <a:lnTo>
                    <a:pt x="1270" y="189229"/>
                  </a:lnTo>
                  <a:lnTo>
                    <a:pt x="0" y="191769"/>
                  </a:lnTo>
                  <a:lnTo>
                    <a:pt x="381" y="194309"/>
                  </a:lnTo>
                  <a:lnTo>
                    <a:pt x="1650" y="196849"/>
                  </a:lnTo>
                  <a:lnTo>
                    <a:pt x="59182" y="292099"/>
                  </a:lnTo>
                  <a:lnTo>
                    <a:pt x="64135" y="292099"/>
                  </a:lnTo>
                  <a:lnTo>
                    <a:pt x="65024" y="290829"/>
                  </a:lnTo>
                  <a:lnTo>
                    <a:pt x="66167" y="290829"/>
                  </a:lnTo>
                  <a:lnTo>
                    <a:pt x="67564" y="289559"/>
                  </a:lnTo>
                  <a:lnTo>
                    <a:pt x="68834" y="289559"/>
                  </a:lnTo>
                  <a:lnTo>
                    <a:pt x="69976" y="288289"/>
                  </a:lnTo>
                  <a:lnTo>
                    <a:pt x="71500" y="287019"/>
                  </a:lnTo>
                  <a:lnTo>
                    <a:pt x="72517" y="285749"/>
                  </a:lnTo>
                  <a:lnTo>
                    <a:pt x="73151" y="285749"/>
                  </a:lnTo>
                  <a:lnTo>
                    <a:pt x="73151" y="283209"/>
                  </a:lnTo>
                  <a:lnTo>
                    <a:pt x="72898" y="283209"/>
                  </a:lnTo>
                  <a:lnTo>
                    <a:pt x="46354" y="240029"/>
                  </a:lnTo>
                  <a:lnTo>
                    <a:pt x="58674" y="232409"/>
                  </a:lnTo>
                  <a:lnTo>
                    <a:pt x="61595" y="231139"/>
                  </a:lnTo>
                  <a:lnTo>
                    <a:pt x="64389" y="229869"/>
                  </a:lnTo>
                  <a:lnTo>
                    <a:pt x="101463" y="229869"/>
                  </a:lnTo>
                  <a:lnTo>
                    <a:pt x="99695" y="228599"/>
                  </a:lnTo>
                  <a:lnTo>
                    <a:pt x="39750" y="228599"/>
                  </a:lnTo>
                  <a:lnTo>
                    <a:pt x="18796" y="194309"/>
                  </a:lnTo>
                  <a:lnTo>
                    <a:pt x="30352" y="186689"/>
                  </a:lnTo>
                  <a:lnTo>
                    <a:pt x="33020" y="185419"/>
                  </a:lnTo>
                  <a:lnTo>
                    <a:pt x="35306" y="184149"/>
                  </a:lnTo>
                  <a:lnTo>
                    <a:pt x="38862" y="181609"/>
                  </a:lnTo>
                  <a:lnTo>
                    <a:pt x="42037" y="181609"/>
                  </a:lnTo>
                  <a:lnTo>
                    <a:pt x="46990" y="179069"/>
                  </a:lnTo>
                  <a:lnTo>
                    <a:pt x="76496" y="179069"/>
                  </a:lnTo>
                  <a:lnTo>
                    <a:pt x="75057" y="176529"/>
                  </a:lnTo>
                  <a:lnTo>
                    <a:pt x="72644" y="173989"/>
                  </a:lnTo>
                  <a:lnTo>
                    <a:pt x="67056" y="168909"/>
                  </a:lnTo>
                  <a:lnTo>
                    <a:pt x="63881" y="167639"/>
                  </a:lnTo>
                  <a:lnTo>
                    <a:pt x="57023" y="165099"/>
                  </a:lnTo>
                  <a:close/>
                </a:path>
                <a:path w="365125" h="292100">
                  <a:moveTo>
                    <a:pt x="117728" y="259079"/>
                  </a:moveTo>
                  <a:lnTo>
                    <a:pt x="114426" y="259079"/>
                  </a:lnTo>
                  <a:lnTo>
                    <a:pt x="114935" y="260349"/>
                  </a:lnTo>
                  <a:lnTo>
                    <a:pt x="116840" y="260349"/>
                  </a:lnTo>
                  <a:lnTo>
                    <a:pt x="117728" y="259079"/>
                  </a:lnTo>
                  <a:close/>
                </a:path>
                <a:path w="365125" h="292100">
                  <a:moveTo>
                    <a:pt x="101463" y="229869"/>
                  </a:moveTo>
                  <a:lnTo>
                    <a:pt x="69976" y="229869"/>
                  </a:lnTo>
                  <a:lnTo>
                    <a:pt x="72644" y="231139"/>
                  </a:lnTo>
                  <a:lnTo>
                    <a:pt x="75311" y="231139"/>
                  </a:lnTo>
                  <a:lnTo>
                    <a:pt x="77850" y="232409"/>
                  </a:lnTo>
                  <a:lnTo>
                    <a:pt x="80518" y="234949"/>
                  </a:lnTo>
                  <a:lnTo>
                    <a:pt x="83058" y="236219"/>
                  </a:lnTo>
                  <a:lnTo>
                    <a:pt x="85725" y="237489"/>
                  </a:lnTo>
                  <a:lnTo>
                    <a:pt x="88519" y="240029"/>
                  </a:lnTo>
                  <a:lnTo>
                    <a:pt x="113792" y="259079"/>
                  </a:lnTo>
                  <a:lnTo>
                    <a:pt x="119507" y="259079"/>
                  </a:lnTo>
                  <a:lnTo>
                    <a:pt x="122047" y="256539"/>
                  </a:lnTo>
                  <a:lnTo>
                    <a:pt x="123698" y="256539"/>
                  </a:lnTo>
                  <a:lnTo>
                    <a:pt x="126746" y="253999"/>
                  </a:lnTo>
                  <a:lnTo>
                    <a:pt x="127381" y="253999"/>
                  </a:lnTo>
                  <a:lnTo>
                    <a:pt x="127762" y="252729"/>
                  </a:lnTo>
                  <a:lnTo>
                    <a:pt x="128143" y="252729"/>
                  </a:lnTo>
                  <a:lnTo>
                    <a:pt x="128270" y="251459"/>
                  </a:lnTo>
                  <a:lnTo>
                    <a:pt x="128143" y="250189"/>
                  </a:lnTo>
                  <a:lnTo>
                    <a:pt x="127635" y="250189"/>
                  </a:lnTo>
                  <a:lnTo>
                    <a:pt x="125857" y="247649"/>
                  </a:lnTo>
                  <a:lnTo>
                    <a:pt x="122682" y="245109"/>
                  </a:lnTo>
                  <a:lnTo>
                    <a:pt x="101463" y="229869"/>
                  </a:lnTo>
                  <a:close/>
                </a:path>
                <a:path w="365125" h="292100">
                  <a:moveTo>
                    <a:pt x="153797" y="140969"/>
                  </a:moveTo>
                  <a:lnTo>
                    <a:pt x="144145" y="140969"/>
                  </a:lnTo>
                  <a:lnTo>
                    <a:pt x="139065" y="142239"/>
                  </a:lnTo>
                  <a:lnTo>
                    <a:pt x="133731" y="144779"/>
                  </a:lnTo>
                  <a:lnTo>
                    <a:pt x="128016" y="147319"/>
                  </a:lnTo>
                  <a:lnTo>
                    <a:pt x="108585" y="184149"/>
                  </a:lnTo>
                  <a:lnTo>
                    <a:pt x="109982" y="190499"/>
                  </a:lnTo>
                  <a:lnTo>
                    <a:pt x="130175" y="223519"/>
                  </a:lnTo>
                  <a:lnTo>
                    <a:pt x="144399" y="231139"/>
                  </a:lnTo>
                  <a:lnTo>
                    <a:pt x="149351" y="233679"/>
                  </a:lnTo>
                  <a:lnTo>
                    <a:pt x="154559" y="233679"/>
                  </a:lnTo>
                  <a:lnTo>
                    <a:pt x="165481" y="231139"/>
                  </a:lnTo>
                  <a:lnTo>
                    <a:pt x="171069" y="228599"/>
                  </a:lnTo>
                  <a:lnTo>
                    <a:pt x="180467" y="223519"/>
                  </a:lnTo>
                  <a:lnTo>
                    <a:pt x="183515" y="220979"/>
                  </a:lnTo>
                  <a:lnTo>
                    <a:pt x="184848" y="219709"/>
                  </a:lnTo>
                  <a:lnTo>
                    <a:pt x="152526" y="219709"/>
                  </a:lnTo>
                  <a:lnTo>
                    <a:pt x="149225" y="218439"/>
                  </a:lnTo>
                  <a:lnTo>
                    <a:pt x="146050" y="217169"/>
                  </a:lnTo>
                  <a:lnTo>
                    <a:pt x="143001" y="214629"/>
                  </a:lnTo>
                  <a:lnTo>
                    <a:pt x="140335" y="212089"/>
                  </a:lnTo>
                  <a:lnTo>
                    <a:pt x="137541" y="209549"/>
                  </a:lnTo>
                  <a:lnTo>
                    <a:pt x="135000" y="205739"/>
                  </a:lnTo>
                  <a:lnTo>
                    <a:pt x="132588" y="201929"/>
                  </a:lnTo>
                  <a:lnTo>
                    <a:pt x="149767" y="191769"/>
                  </a:lnTo>
                  <a:lnTo>
                    <a:pt x="126873" y="191769"/>
                  </a:lnTo>
                  <a:lnTo>
                    <a:pt x="125222" y="189229"/>
                  </a:lnTo>
                  <a:lnTo>
                    <a:pt x="123951" y="186689"/>
                  </a:lnTo>
                  <a:lnTo>
                    <a:pt x="123317" y="182879"/>
                  </a:lnTo>
                  <a:lnTo>
                    <a:pt x="122554" y="180339"/>
                  </a:lnTo>
                  <a:lnTo>
                    <a:pt x="122427" y="176529"/>
                  </a:lnTo>
                  <a:lnTo>
                    <a:pt x="122936" y="173989"/>
                  </a:lnTo>
                  <a:lnTo>
                    <a:pt x="123317" y="170179"/>
                  </a:lnTo>
                  <a:lnTo>
                    <a:pt x="133603" y="158749"/>
                  </a:lnTo>
                  <a:lnTo>
                    <a:pt x="139953" y="153669"/>
                  </a:lnTo>
                  <a:lnTo>
                    <a:pt x="173990" y="153669"/>
                  </a:lnTo>
                  <a:lnTo>
                    <a:pt x="170307" y="149859"/>
                  </a:lnTo>
                  <a:lnTo>
                    <a:pt x="166624" y="147319"/>
                  </a:lnTo>
                  <a:lnTo>
                    <a:pt x="162687" y="144779"/>
                  </a:lnTo>
                  <a:lnTo>
                    <a:pt x="158242" y="143509"/>
                  </a:lnTo>
                  <a:lnTo>
                    <a:pt x="153797" y="140969"/>
                  </a:lnTo>
                  <a:close/>
                </a:path>
                <a:path w="365125" h="292100">
                  <a:moveTo>
                    <a:pt x="76496" y="179069"/>
                  </a:moveTo>
                  <a:lnTo>
                    <a:pt x="46990" y="179069"/>
                  </a:lnTo>
                  <a:lnTo>
                    <a:pt x="51181" y="180339"/>
                  </a:lnTo>
                  <a:lnTo>
                    <a:pt x="54737" y="181609"/>
                  </a:lnTo>
                  <a:lnTo>
                    <a:pt x="66929" y="201929"/>
                  </a:lnTo>
                  <a:lnTo>
                    <a:pt x="66801" y="203199"/>
                  </a:lnTo>
                  <a:lnTo>
                    <a:pt x="39750" y="228599"/>
                  </a:lnTo>
                  <a:lnTo>
                    <a:pt x="99695" y="228599"/>
                  </a:lnTo>
                  <a:lnTo>
                    <a:pt x="97027" y="226059"/>
                  </a:lnTo>
                  <a:lnTo>
                    <a:pt x="94615" y="224789"/>
                  </a:lnTo>
                  <a:lnTo>
                    <a:pt x="87757" y="220979"/>
                  </a:lnTo>
                  <a:lnTo>
                    <a:pt x="83439" y="218439"/>
                  </a:lnTo>
                  <a:lnTo>
                    <a:pt x="72898" y="218439"/>
                  </a:lnTo>
                  <a:lnTo>
                    <a:pt x="75311" y="214629"/>
                  </a:lnTo>
                  <a:lnTo>
                    <a:pt x="77216" y="212089"/>
                  </a:lnTo>
                  <a:lnTo>
                    <a:pt x="80264" y="205739"/>
                  </a:lnTo>
                  <a:lnTo>
                    <a:pt x="81279" y="203199"/>
                  </a:lnTo>
                  <a:lnTo>
                    <a:pt x="82296" y="196849"/>
                  </a:lnTo>
                  <a:lnTo>
                    <a:pt x="82169" y="193039"/>
                  </a:lnTo>
                  <a:lnTo>
                    <a:pt x="81407" y="190499"/>
                  </a:lnTo>
                  <a:lnTo>
                    <a:pt x="80772" y="186689"/>
                  </a:lnTo>
                  <a:lnTo>
                    <a:pt x="79375" y="182879"/>
                  </a:lnTo>
                  <a:lnTo>
                    <a:pt x="77216" y="180339"/>
                  </a:lnTo>
                  <a:lnTo>
                    <a:pt x="76496" y="179069"/>
                  </a:lnTo>
                  <a:close/>
                </a:path>
                <a:path w="365125" h="292100">
                  <a:moveTo>
                    <a:pt x="194945" y="194309"/>
                  </a:moveTo>
                  <a:lnTo>
                    <a:pt x="191643" y="194309"/>
                  </a:lnTo>
                  <a:lnTo>
                    <a:pt x="188975" y="198119"/>
                  </a:lnTo>
                  <a:lnTo>
                    <a:pt x="187706" y="199389"/>
                  </a:lnTo>
                  <a:lnTo>
                    <a:pt x="186182" y="201929"/>
                  </a:lnTo>
                  <a:lnTo>
                    <a:pt x="184658" y="203199"/>
                  </a:lnTo>
                  <a:lnTo>
                    <a:pt x="182752" y="205739"/>
                  </a:lnTo>
                  <a:lnTo>
                    <a:pt x="180467" y="208279"/>
                  </a:lnTo>
                  <a:lnTo>
                    <a:pt x="178053" y="209549"/>
                  </a:lnTo>
                  <a:lnTo>
                    <a:pt x="175260" y="212089"/>
                  </a:lnTo>
                  <a:lnTo>
                    <a:pt x="171831" y="214629"/>
                  </a:lnTo>
                  <a:lnTo>
                    <a:pt x="167513" y="217169"/>
                  </a:lnTo>
                  <a:lnTo>
                    <a:pt x="163449" y="218439"/>
                  </a:lnTo>
                  <a:lnTo>
                    <a:pt x="159766" y="218439"/>
                  </a:lnTo>
                  <a:lnTo>
                    <a:pt x="155956" y="219709"/>
                  </a:lnTo>
                  <a:lnTo>
                    <a:pt x="184848" y="219709"/>
                  </a:lnTo>
                  <a:lnTo>
                    <a:pt x="188849" y="215899"/>
                  </a:lnTo>
                  <a:lnTo>
                    <a:pt x="191135" y="214629"/>
                  </a:lnTo>
                  <a:lnTo>
                    <a:pt x="194945" y="210819"/>
                  </a:lnTo>
                  <a:lnTo>
                    <a:pt x="196469" y="208279"/>
                  </a:lnTo>
                  <a:lnTo>
                    <a:pt x="198500" y="205739"/>
                  </a:lnTo>
                  <a:lnTo>
                    <a:pt x="199009" y="204469"/>
                  </a:lnTo>
                  <a:lnTo>
                    <a:pt x="199263" y="203199"/>
                  </a:lnTo>
                  <a:lnTo>
                    <a:pt x="199263" y="201929"/>
                  </a:lnTo>
                  <a:lnTo>
                    <a:pt x="198882" y="200659"/>
                  </a:lnTo>
                  <a:lnTo>
                    <a:pt x="198754" y="200659"/>
                  </a:lnTo>
                  <a:lnTo>
                    <a:pt x="198247" y="199389"/>
                  </a:lnTo>
                  <a:lnTo>
                    <a:pt x="196850" y="196849"/>
                  </a:lnTo>
                  <a:lnTo>
                    <a:pt x="196342" y="196849"/>
                  </a:lnTo>
                  <a:lnTo>
                    <a:pt x="195834" y="195579"/>
                  </a:lnTo>
                  <a:lnTo>
                    <a:pt x="195452" y="195579"/>
                  </a:lnTo>
                  <a:lnTo>
                    <a:pt x="194945" y="194309"/>
                  </a:lnTo>
                  <a:close/>
                </a:path>
                <a:path w="365125" h="292100">
                  <a:moveTo>
                    <a:pt x="77216" y="217169"/>
                  </a:moveTo>
                  <a:lnTo>
                    <a:pt x="75057" y="217169"/>
                  </a:lnTo>
                  <a:lnTo>
                    <a:pt x="72898" y="218439"/>
                  </a:lnTo>
                  <a:lnTo>
                    <a:pt x="81279" y="218439"/>
                  </a:lnTo>
                  <a:lnTo>
                    <a:pt x="77216" y="217169"/>
                  </a:lnTo>
                  <a:close/>
                </a:path>
                <a:path w="365125" h="292100">
                  <a:moveTo>
                    <a:pt x="173990" y="153669"/>
                  </a:moveTo>
                  <a:lnTo>
                    <a:pt x="145923" y="153669"/>
                  </a:lnTo>
                  <a:lnTo>
                    <a:pt x="151511" y="154939"/>
                  </a:lnTo>
                  <a:lnTo>
                    <a:pt x="157099" y="157479"/>
                  </a:lnTo>
                  <a:lnTo>
                    <a:pt x="161925" y="162559"/>
                  </a:lnTo>
                  <a:lnTo>
                    <a:pt x="165989" y="168909"/>
                  </a:lnTo>
                  <a:lnTo>
                    <a:pt x="126873" y="191769"/>
                  </a:lnTo>
                  <a:lnTo>
                    <a:pt x="149767" y="191769"/>
                  </a:lnTo>
                  <a:lnTo>
                    <a:pt x="179832" y="173989"/>
                  </a:lnTo>
                  <a:lnTo>
                    <a:pt x="181228" y="172719"/>
                  </a:lnTo>
                  <a:lnTo>
                    <a:pt x="182118" y="171449"/>
                  </a:lnTo>
                  <a:lnTo>
                    <a:pt x="183134" y="168909"/>
                  </a:lnTo>
                  <a:lnTo>
                    <a:pt x="182752" y="166369"/>
                  </a:lnTo>
                  <a:lnTo>
                    <a:pt x="181483" y="165099"/>
                  </a:lnTo>
                  <a:lnTo>
                    <a:pt x="177292" y="157479"/>
                  </a:lnTo>
                  <a:lnTo>
                    <a:pt x="173990" y="153669"/>
                  </a:lnTo>
                  <a:close/>
                </a:path>
                <a:path w="365125" h="292100">
                  <a:moveTo>
                    <a:pt x="247789" y="107949"/>
                  </a:moveTo>
                  <a:lnTo>
                    <a:pt x="223393" y="107949"/>
                  </a:lnTo>
                  <a:lnTo>
                    <a:pt x="227711" y="109219"/>
                  </a:lnTo>
                  <a:lnTo>
                    <a:pt x="229743" y="110489"/>
                  </a:lnTo>
                  <a:lnTo>
                    <a:pt x="231648" y="113029"/>
                  </a:lnTo>
                  <a:lnTo>
                    <a:pt x="233425" y="114299"/>
                  </a:lnTo>
                  <a:lnTo>
                    <a:pt x="236982" y="119379"/>
                  </a:lnTo>
                  <a:lnTo>
                    <a:pt x="240284" y="124459"/>
                  </a:lnTo>
                  <a:lnTo>
                    <a:pt x="230377" y="130809"/>
                  </a:lnTo>
                  <a:lnTo>
                    <a:pt x="224790" y="134619"/>
                  </a:lnTo>
                  <a:lnTo>
                    <a:pt x="212344" y="144779"/>
                  </a:lnTo>
                  <a:lnTo>
                    <a:pt x="209423" y="148589"/>
                  </a:lnTo>
                  <a:lnTo>
                    <a:pt x="207645" y="152399"/>
                  </a:lnTo>
                  <a:lnTo>
                    <a:pt x="205740" y="156209"/>
                  </a:lnTo>
                  <a:lnTo>
                    <a:pt x="204850" y="160019"/>
                  </a:lnTo>
                  <a:lnTo>
                    <a:pt x="205104" y="168909"/>
                  </a:lnTo>
                  <a:lnTo>
                    <a:pt x="206375" y="172719"/>
                  </a:lnTo>
                  <a:lnTo>
                    <a:pt x="210947" y="180339"/>
                  </a:lnTo>
                  <a:lnTo>
                    <a:pt x="213360" y="182879"/>
                  </a:lnTo>
                  <a:lnTo>
                    <a:pt x="216153" y="184149"/>
                  </a:lnTo>
                  <a:lnTo>
                    <a:pt x="219075" y="186689"/>
                  </a:lnTo>
                  <a:lnTo>
                    <a:pt x="222123" y="187959"/>
                  </a:lnTo>
                  <a:lnTo>
                    <a:pt x="225298" y="187959"/>
                  </a:lnTo>
                  <a:lnTo>
                    <a:pt x="228600" y="189229"/>
                  </a:lnTo>
                  <a:lnTo>
                    <a:pt x="232028" y="189229"/>
                  </a:lnTo>
                  <a:lnTo>
                    <a:pt x="243077" y="185419"/>
                  </a:lnTo>
                  <a:lnTo>
                    <a:pt x="246888" y="182879"/>
                  </a:lnTo>
                  <a:lnTo>
                    <a:pt x="251206" y="180339"/>
                  </a:lnTo>
                  <a:lnTo>
                    <a:pt x="254635" y="177799"/>
                  </a:lnTo>
                  <a:lnTo>
                    <a:pt x="256031" y="175259"/>
                  </a:lnTo>
                  <a:lnTo>
                    <a:pt x="234569" y="175259"/>
                  </a:lnTo>
                  <a:lnTo>
                    <a:pt x="230759" y="173989"/>
                  </a:lnTo>
                  <a:lnTo>
                    <a:pt x="227075" y="173989"/>
                  </a:lnTo>
                  <a:lnTo>
                    <a:pt x="224154" y="171449"/>
                  </a:lnTo>
                  <a:lnTo>
                    <a:pt x="221869" y="167639"/>
                  </a:lnTo>
                  <a:lnTo>
                    <a:pt x="220599" y="165099"/>
                  </a:lnTo>
                  <a:lnTo>
                    <a:pt x="219837" y="163829"/>
                  </a:lnTo>
                  <a:lnTo>
                    <a:pt x="219710" y="161289"/>
                  </a:lnTo>
                  <a:lnTo>
                    <a:pt x="219456" y="158749"/>
                  </a:lnTo>
                  <a:lnTo>
                    <a:pt x="221996" y="152399"/>
                  </a:lnTo>
                  <a:lnTo>
                    <a:pt x="223647" y="149859"/>
                  </a:lnTo>
                  <a:lnTo>
                    <a:pt x="225933" y="147319"/>
                  </a:lnTo>
                  <a:lnTo>
                    <a:pt x="228219" y="146049"/>
                  </a:lnTo>
                  <a:lnTo>
                    <a:pt x="231140" y="143509"/>
                  </a:lnTo>
                  <a:lnTo>
                    <a:pt x="234823" y="140969"/>
                  </a:lnTo>
                  <a:lnTo>
                    <a:pt x="245999" y="134619"/>
                  </a:lnTo>
                  <a:lnTo>
                    <a:pt x="264051" y="134619"/>
                  </a:lnTo>
                  <a:lnTo>
                    <a:pt x="247789" y="107949"/>
                  </a:lnTo>
                  <a:close/>
                </a:path>
                <a:path w="365125" h="292100">
                  <a:moveTo>
                    <a:pt x="264051" y="134619"/>
                  </a:moveTo>
                  <a:lnTo>
                    <a:pt x="245999" y="134619"/>
                  </a:lnTo>
                  <a:lnTo>
                    <a:pt x="255143" y="149859"/>
                  </a:lnTo>
                  <a:lnTo>
                    <a:pt x="254126" y="154939"/>
                  </a:lnTo>
                  <a:lnTo>
                    <a:pt x="252602" y="160019"/>
                  </a:lnTo>
                  <a:lnTo>
                    <a:pt x="250698" y="163829"/>
                  </a:lnTo>
                  <a:lnTo>
                    <a:pt x="248793" y="166369"/>
                  </a:lnTo>
                  <a:lnTo>
                    <a:pt x="246125" y="170179"/>
                  </a:lnTo>
                  <a:lnTo>
                    <a:pt x="242697" y="171449"/>
                  </a:lnTo>
                  <a:lnTo>
                    <a:pt x="238506" y="173989"/>
                  </a:lnTo>
                  <a:lnTo>
                    <a:pt x="234569" y="175259"/>
                  </a:lnTo>
                  <a:lnTo>
                    <a:pt x="256031" y="175259"/>
                  </a:lnTo>
                  <a:lnTo>
                    <a:pt x="257428" y="172719"/>
                  </a:lnTo>
                  <a:lnTo>
                    <a:pt x="260096" y="168909"/>
                  </a:lnTo>
                  <a:lnTo>
                    <a:pt x="262000" y="163829"/>
                  </a:lnTo>
                  <a:lnTo>
                    <a:pt x="263144" y="158749"/>
                  </a:lnTo>
                  <a:lnTo>
                    <a:pt x="278765" y="158749"/>
                  </a:lnTo>
                  <a:lnTo>
                    <a:pt x="264051" y="134619"/>
                  </a:lnTo>
                  <a:close/>
                </a:path>
                <a:path w="365125" h="292100">
                  <a:moveTo>
                    <a:pt x="278765" y="158749"/>
                  </a:moveTo>
                  <a:lnTo>
                    <a:pt x="263144" y="158749"/>
                  </a:lnTo>
                  <a:lnTo>
                    <a:pt x="267843" y="166369"/>
                  </a:lnTo>
                  <a:lnTo>
                    <a:pt x="268350" y="167639"/>
                  </a:lnTo>
                  <a:lnTo>
                    <a:pt x="270256" y="167639"/>
                  </a:lnTo>
                  <a:lnTo>
                    <a:pt x="271145" y="166369"/>
                  </a:lnTo>
                  <a:lnTo>
                    <a:pt x="272034" y="166369"/>
                  </a:lnTo>
                  <a:lnTo>
                    <a:pt x="274574" y="165099"/>
                  </a:lnTo>
                  <a:lnTo>
                    <a:pt x="275971" y="163829"/>
                  </a:lnTo>
                  <a:lnTo>
                    <a:pt x="277114" y="163829"/>
                  </a:lnTo>
                  <a:lnTo>
                    <a:pt x="278384" y="162559"/>
                  </a:lnTo>
                  <a:lnTo>
                    <a:pt x="278765" y="161289"/>
                  </a:lnTo>
                  <a:lnTo>
                    <a:pt x="279019" y="161289"/>
                  </a:lnTo>
                  <a:lnTo>
                    <a:pt x="279146" y="160019"/>
                  </a:lnTo>
                  <a:lnTo>
                    <a:pt x="278765" y="158749"/>
                  </a:lnTo>
                  <a:close/>
                </a:path>
                <a:path w="365125" h="292100">
                  <a:moveTo>
                    <a:pt x="306832" y="49529"/>
                  </a:moveTo>
                  <a:lnTo>
                    <a:pt x="292608" y="49529"/>
                  </a:lnTo>
                  <a:lnTo>
                    <a:pt x="288163" y="50799"/>
                  </a:lnTo>
                  <a:lnTo>
                    <a:pt x="283972" y="53339"/>
                  </a:lnTo>
                  <a:lnTo>
                    <a:pt x="279019" y="57149"/>
                  </a:lnTo>
                  <a:lnTo>
                    <a:pt x="275082" y="59689"/>
                  </a:lnTo>
                  <a:lnTo>
                    <a:pt x="272415" y="64769"/>
                  </a:lnTo>
                  <a:lnTo>
                    <a:pt x="269621" y="68579"/>
                  </a:lnTo>
                  <a:lnTo>
                    <a:pt x="268097" y="73659"/>
                  </a:lnTo>
                  <a:lnTo>
                    <a:pt x="267081" y="83819"/>
                  </a:lnTo>
                  <a:lnTo>
                    <a:pt x="267716" y="88899"/>
                  </a:lnTo>
                  <a:lnTo>
                    <a:pt x="269367" y="93979"/>
                  </a:lnTo>
                  <a:lnTo>
                    <a:pt x="271018" y="100329"/>
                  </a:lnTo>
                  <a:lnTo>
                    <a:pt x="288036" y="125729"/>
                  </a:lnTo>
                  <a:lnTo>
                    <a:pt x="291846" y="130809"/>
                  </a:lnTo>
                  <a:lnTo>
                    <a:pt x="296037" y="133349"/>
                  </a:lnTo>
                  <a:lnTo>
                    <a:pt x="300482" y="135889"/>
                  </a:lnTo>
                  <a:lnTo>
                    <a:pt x="304800" y="137159"/>
                  </a:lnTo>
                  <a:lnTo>
                    <a:pt x="309499" y="138429"/>
                  </a:lnTo>
                  <a:lnTo>
                    <a:pt x="319404" y="138429"/>
                  </a:lnTo>
                  <a:lnTo>
                    <a:pt x="324485" y="137159"/>
                  </a:lnTo>
                  <a:lnTo>
                    <a:pt x="329819" y="133349"/>
                  </a:lnTo>
                  <a:lnTo>
                    <a:pt x="334645" y="130809"/>
                  </a:lnTo>
                  <a:lnTo>
                    <a:pt x="338327" y="126999"/>
                  </a:lnTo>
                  <a:lnTo>
                    <a:pt x="340328" y="123189"/>
                  </a:lnTo>
                  <a:lnTo>
                    <a:pt x="312039" y="123189"/>
                  </a:lnTo>
                  <a:lnTo>
                    <a:pt x="308864" y="121919"/>
                  </a:lnTo>
                  <a:lnTo>
                    <a:pt x="294767" y="109219"/>
                  </a:lnTo>
                  <a:lnTo>
                    <a:pt x="292353" y="106679"/>
                  </a:lnTo>
                  <a:lnTo>
                    <a:pt x="282828" y="77469"/>
                  </a:lnTo>
                  <a:lnTo>
                    <a:pt x="283464" y="74929"/>
                  </a:lnTo>
                  <a:lnTo>
                    <a:pt x="286258" y="68579"/>
                  </a:lnTo>
                  <a:lnTo>
                    <a:pt x="288671" y="66039"/>
                  </a:lnTo>
                  <a:lnTo>
                    <a:pt x="295528" y="62229"/>
                  </a:lnTo>
                  <a:lnTo>
                    <a:pt x="299720" y="60959"/>
                  </a:lnTo>
                  <a:lnTo>
                    <a:pt x="336296" y="60959"/>
                  </a:lnTo>
                  <a:lnTo>
                    <a:pt x="330200" y="50799"/>
                  </a:lnTo>
                  <a:lnTo>
                    <a:pt x="312420" y="50799"/>
                  </a:lnTo>
                  <a:lnTo>
                    <a:pt x="306832" y="49529"/>
                  </a:lnTo>
                  <a:close/>
                </a:path>
                <a:path w="365125" h="292100">
                  <a:moveTo>
                    <a:pt x="191516" y="133349"/>
                  </a:moveTo>
                  <a:lnTo>
                    <a:pt x="188849" y="133349"/>
                  </a:lnTo>
                  <a:lnTo>
                    <a:pt x="189357" y="134619"/>
                  </a:lnTo>
                  <a:lnTo>
                    <a:pt x="191135" y="134619"/>
                  </a:lnTo>
                  <a:lnTo>
                    <a:pt x="191516" y="133349"/>
                  </a:lnTo>
                  <a:close/>
                </a:path>
                <a:path w="365125" h="292100">
                  <a:moveTo>
                    <a:pt x="227584" y="93979"/>
                  </a:moveTo>
                  <a:lnTo>
                    <a:pt x="223647" y="93979"/>
                  </a:lnTo>
                  <a:lnTo>
                    <a:pt x="215011" y="95249"/>
                  </a:lnTo>
                  <a:lnTo>
                    <a:pt x="210185" y="97789"/>
                  </a:lnTo>
                  <a:lnTo>
                    <a:pt x="205104" y="101599"/>
                  </a:lnTo>
                  <a:lnTo>
                    <a:pt x="202311" y="102869"/>
                  </a:lnTo>
                  <a:lnTo>
                    <a:pt x="199771" y="104139"/>
                  </a:lnTo>
                  <a:lnTo>
                    <a:pt x="194945" y="109219"/>
                  </a:lnTo>
                  <a:lnTo>
                    <a:pt x="192786" y="110489"/>
                  </a:lnTo>
                  <a:lnTo>
                    <a:pt x="189229" y="115569"/>
                  </a:lnTo>
                  <a:lnTo>
                    <a:pt x="187706" y="116839"/>
                  </a:lnTo>
                  <a:lnTo>
                    <a:pt x="186436" y="119379"/>
                  </a:lnTo>
                  <a:lnTo>
                    <a:pt x="185293" y="121919"/>
                  </a:lnTo>
                  <a:lnTo>
                    <a:pt x="184531" y="123189"/>
                  </a:lnTo>
                  <a:lnTo>
                    <a:pt x="184276" y="124459"/>
                  </a:lnTo>
                  <a:lnTo>
                    <a:pt x="183896" y="125729"/>
                  </a:lnTo>
                  <a:lnTo>
                    <a:pt x="184150" y="126999"/>
                  </a:lnTo>
                  <a:lnTo>
                    <a:pt x="185039" y="129539"/>
                  </a:lnTo>
                  <a:lnTo>
                    <a:pt x="185800" y="130809"/>
                  </a:lnTo>
                  <a:lnTo>
                    <a:pt x="186309" y="130809"/>
                  </a:lnTo>
                  <a:lnTo>
                    <a:pt x="187833" y="133349"/>
                  </a:lnTo>
                  <a:lnTo>
                    <a:pt x="192150" y="133349"/>
                  </a:lnTo>
                  <a:lnTo>
                    <a:pt x="192913" y="132079"/>
                  </a:lnTo>
                  <a:lnTo>
                    <a:pt x="193801" y="130809"/>
                  </a:lnTo>
                  <a:lnTo>
                    <a:pt x="194564" y="129539"/>
                  </a:lnTo>
                  <a:lnTo>
                    <a:pt x="197103" y="125729"/>
                  </a:lnTo>
                  <a:lnTo>
                    <a:pt x="198500" y="123189"/>
                  </a:lnTo>
                  <a:lnTo>
                    <a:pt x="200151" y="120649"/>
                  </a:lnTo>
                  <a:lnTo>
                    <a:pt x="204470" y="116839"/>
                  </a:lnTo>
                  <a:lnTo>
                    <a:pt x="207137" y="114299"/>
                  </a:lnTo>
                  <a:lnTo>
                    <a:pt x="210312" y="113029"/>
                  </a:lnTo>
                  <a:lnTo>
                    <a:pt x="213360" y="110489"/>
                  </a:lnTo>
                  <a:lnTo>
                    <a:pt x="216153" y="109219"/>
                  </a:lnTo>
                  <a:lnTo>
                    <a:pt x="218567" y="109219"/>
                  </a:lnTo>
                  <a:lnTo>
                    <a:pt x="221107" y="107949"/>
                  </a:lnTo>
                  <a:lnTo>
                    <a:pt x="247789" y="107949"/>
                  </a:lnTo>
                  <a:lnTo>
                    <a:pt x="247015" y="106679"/>
                  </a:lnTo>
                  <a:lnTo>
                    <a:pt x="244094" y="102869"/>
                  </a:lnTo>
                  <a:lnTo>
                    <a:pt x="237998" y="97789"/>
                  </a:lnTo>
                  <a:lnTo>
                    <a:pt x="234696" y="95249"/>
                  </a:lnTo>
                  <a:lnTo>
                    <a:pt x="227584" y="93979"/>
                  </a:lnTo>
                  <a:close/>
                </a:path>
                <a:path w="365125" h="292100">
                  <a:moveTo>
                    <a:pt x="336296" y="60959"/>
                  </a:moveTo>
                  <a:lnTo>
                    <a:pt x="304419" y="60959"/>
                  </a:lnTo>
                  <a:lnTo>
                    <a:pt x="309118" y="62229"/>
                  </a:lnTo>
                  <a:lnTo>
                    <a:pt x="314578" y="63499"/>
                  </a:lnTo>
                  <a:lnTo>
                    <a:pt x="320801" y="64769"/>
                  </a:lnTo>
                  <a:lnTo>
                    <a:pt x="338074" y="93979"/>
                  </a:lnTo>
                  <a:lnTo>
                    <a:pt x="321818" y="123189"/>
                  </a:lnTo>
                  <a:lnTo>
                    <a:pt x="340328" y="123189"/>
                  </a:lnTo>
                  <a:lnTo>
                    <a:pt x="340995" y="121919"/>
                  </a:lnTo>
                  <a:lnTo>
                    <a:pt x="343789" y="116839"/>
                  </a:lnTo>
                  <a:lnTo>
                    <a:pt x="345694" y="111759"/>
                  </a:lnTo>
                  <a:lnTo>
                    <a:pt x="347091" y="105409"/>
                  </a:lnTo>
                  <a:lnTo>
                    <a:pt x="362966" y="105409"/>
                  </a:lnTo>
                  <a:lnTo>
                    <a:pt x="336296" y="60959"/>
                  </a:lnTo>
                  <a:close/>
                </a:path>
                <a:path w="365125" h="292100">
                  <a:moveTo>
                    <a:pt x="362966" y="105409"/>
                  </a:moveTo>
                  <a:lnTo>
                    <a:pt x="347091" y="105409"/>
                  </a:lnTo>
                  <a:lnTo>
                    <a:pt x="352806" y="114299"/>
                  </a:lnTo>
                  <a:lnTo>
                    <a:pt x="353314" y="115569"/>
                  </a:lnTo>
                  <a:lnTo>
                    <a:pt x="357377" y="115569"/>
                  </a:lnTo>
                  <a:lnTo>
                    <a:pt x="359156" y="114299"/>
                  </a:lnTo>
                  <a:lnTo>
                    <a:pt x="360172" y="113029"/>
                  </a:lnTo>
                  <a:lnTo>
                    <a:pt x="361315" y="113029"/>
                  </a:lnTo>
                  <a:lnTo>
                    <a:pt x="362203" y="111759"/>
                  </a:lnTo>
                  <a:lnTo>
                    <a:pt x="363474" y="111759"/>
                  </a:lnTo>
                  <a:lnTo>
                    <a:pt x="363982" y="110489"/>
                  </a:lnTo>
                  <a:lnTo>
                    <a:pt x="364744" y="109219"/>
                  </a:lnTo>
                  <a:lnTo>
                    <a:pt x="364871" y="107949"/>
                  </a:lnTo>
                  <a:lnTo>
                    <a:pt x="364490" y="107949"/>
                  </a:lnTo>
                  <a:lnTo>
                    <a:pt x="362966" y="105409"/>
                  </a:lnTo>
                  <a:close/>
                </a:path>
                <a:path w="365125" h="292100">
                  <a:moveTo>
                    <a:pt x="299466" y="0"/>
                  </a:moveTo>
                  <a:lnTo>
                    <a:pt x="297307" y="0"/>
                  </a:lnTo>
                  <a:lnTo>
                    <a:pt x="296545" y="1269"/>
                  </a:lnTo>
                  <a:lnTo>
                    <a:pt x="293624" y="2539"/>
                  </a:lnTo>
                  <a:lnTo>
                    <a:pt x="292226" y="2539"/>
                  </a:lnTo>
                  <a:lnTo>
                    <a:pt x="289941" y="5079"/>
                  </a:lnTo>
                  <a:lnTo>
                    <a:pt x="289178" y="5079"/>
                  </a:lnTo>
                  <a:lnTo>
                    <a:pt x="288544" y="6349"/>
                  </a:lnTo>
                  <a:lnTo>
                    <a:pt x="287527" y="6349"/>
                  </a:lnTo>
                  <a:lnTo>
                    <a:pt x="287020" y="7619"/>
                  </a:lnTo>
                  <a:lnTo>
                    <a:pt x="286893" y="8889"/>
                  </a:lnTo>
                  <a:lnTo>
                    <a:pt x="287274" y="10159"/>
                  </a:lnTo>
                  <a:lnTo>
                    <a:pt x="312420" y="50799"/>
                  </a:lnTo>
                  <a:lnTo>
                    <a:pt x="330200" y="50799"/>
                  </a:lnTo>
                  <a:lnTo>
                    <a:pt x="300482" y="1269"/>
                  </a:lnTo>
                  <a:lnTo>
                    <a:pt x="299974" y="1269"/>
                  </a:lnTo>
                  <a:lnTo>
                    <a:pt x="299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15128" y="4960493"/>
              <a:ext cx="805815" cy="190500"/>
            </a:xfrm>
            <a:custGeom>
              <a:avLst/>
              <a:gdLst/>
              <a:ahLst/>
              <a:cxnLst/>
              <a:rect l="l" t="t" r="r" b="b"/>
              <a:pathLst>
                <a:path w="805814" h="190500">
                  <a:moveTo>
                    <a:pt x="190373" y="0"/>
                  </a:moveTo>
                  <a:lnTo>
                    <a:pt x="0" y="95503"/>
                  </a:lnTo>
                  <a:lnTo>
                    <a:pt x="190626" y="190499"/>
                  </a:lnTo>
                  <a:lnTo>
                    <a:pt x="190542" y="126999"/>
                  </a:lnTo>
                  <a:lnTo>
                    <a:pt x="158750" y="126999"/>
                  </a:lnTo>
                  <a:lnTo>
                    <a:pt x="158750" y="63499"/>
                  </a:lnTo>
                  <a:lnTo>
                    <a:pt x="190457" y="63468"/>
                  </a:lnTo>
                  <a:lnTo>
                    <a:pt x="190373" y="0"/>
                  </a:lnTo>
                  <a:close/>
                </a:path>
                <a:path w="805814" h="190500">
                  <a:moveTo>
                    <a:pt x="190457" y="63468"/>
                  </a:moveTo>
                  <a:lnTo>
                    <a:pt x="158750" y="63499"/>
                  </a:lnTo>
                  <a:lnTo>
                    <a:pt x="158750" y="126999"/>
                  </a:lnTo>
                  <a:lnTo>
                    <a:pt x="190542" y="126968"/>
                  </a:lnTo>
                  <a:lnTo>
                    <a:pt x="190457" y="63468"/>
                  </a:lnTo>
                  <a:close/>
                </a:path>
                <a:path w="805814" h="190500">
                  <a:moveTo>
                    <a:pt x="190542" y="126968"/>
                  </a:moveTo>
                  <a:lnTo>
                    <a:pt x="158750" y="126999"/>
                  </a:lnTo>
                  <a:lnTo>
                    <a:pt x="190542" y="126999"/>
                  </a:lnTo>
                  <a:close/>
                </a:path>
                <a:path w="805814" h="190500">
                  <a:moveTo>
                    <a:pt x="805688" y="62864"/>
                  </a:moveTo>
                  <a:lnTo>
                    <a:pt x="190457" y="63468"/>
                  </a:lnTo>
                  <a:lnTo>
                    <a:pt x="190542" y="126968"/>
                  </a:lnTo>
                  <a:lnTo>
                    <a:pt x="805688" y="126364"/>
                  </a:lnTo>
                  <a:lnTo>
                    <a:pt x="805688" y="6286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29605" y="4686427"/>
            <a:ext cx="766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Response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67725" y="4607814"/>
            <a:ext cx="5613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Servlet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8317" y="5111750"/>
            <a:ext cx="417793" cy="4231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8926" y="5086505"/>
            <a:ext cx="440703" cy="45189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04110" y="4953123"/>
            <a:ext cx="563499" cy="7809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57135" y="4565141"/>
            <a:ext cx="1026160" cy="54863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28674" y="1062990"/>
            <a:ext cx="8319770" cy="22428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Công</a:t>
            </a:r>
            <a:r>
              <a:rPr sz="2800" spc="-7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nghệ</a:t>
            </a:r>
            <a:r>
              <a:rPr sz="2800" spc="-6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cho</a:t>
            </a:r>
            <a:r>
              <a:rPr sz="2800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phép</a:t>
            </a:r>
            <a:r>
              <a:rPr sz="28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phát</a:t>
            </a:r>
            <a:r>
              <a:rPr sz="2800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triển</a:t>
            </a:r>
            <a:r>
              <a:rPr sz="2800" spc="-6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các</a:t>
            </a:r>
            <a:r>
              <a:rPr sz="2800" spc="-6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trang</a:t>
            </a:r>
            <a:r>
              <a:rPr sz="2800" spc="-7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web</a:t>
            </a:r>
            <a:r>
              <a:rPr sz="2800" spc="-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hổ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trợ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nội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dung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động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Cho</a:t>
            </a:r>
            <a:r>
              <a:rPr sz="2800" spc="-7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phép</a:t>
            </a:r>
            <a:r>
              <a:rPr sz="2800" spc="-7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chèn</a:t>
            </a:r>
            <a:r>
              <a:rPr sz="2800" spc="-5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28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vào</a:t>
            </a:r>
            <a:r>
              <a:rPr sz="2800" spc="-8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HTML</a:t>
            </a:r>
            <a:r>
              <a:rPr sz="28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page</a:t>
            </a:r>
            <a:r>
              <a:rPr sz="2800" spc="-8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thông</a:t>
            </a:r>
            <a:r>
              <a:rPr sz="2800" spc="-7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qua</a:t>
            </a:r>
            <a:r>
              <a:rPr sz="2800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E50"/>
                </a:solidFill>
                <a:latin typeface="Calibri"/>
                <a:cs typeface="Calibri"/>
              </a:rPr>
              <a:t>thẻ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spc="-25" dirty="0">
                <a:solidFill>
                  <a:srgbClr val="333E50"/>
                </a:solidFill>
                <a:latin typeface="Calibri"/>
                <a:cs typeface="Calibri"/>
              </a:rPr>
              <a:t>JSP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Có</a:t>
            </a:r>
            <a:r>
              <a:rPr sz="2800" spc="-7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phần</a:t>
            </a:r>
            <a:r>
              <a:rPr sz="2800" spc="-5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mở</a:t>
            </a:r>
            <a:r>
              <a:rPr sz="28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E50"/>
                </a:solidFill>
                <a:latin typeface="Calibri"/>
                <a:cs typeface="Calibri"/>
              </a:rPr>
              <a:t>rộng</a:t>
            </a:r>
            <a:r>
              <a:rPr sz="2800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E50"/>
                </a:solidFill>
                <a:latin typeface="Calibri"/>
                <a:cs typeface="Calibri"/>
              </a:rPr>
              <a:t>*.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jsp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41991" y="57132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-12192" y="277865"/>
            <a:ext cx="50126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  <a:latin typeface="Times New Roman"/>
                <a:cs typeface="Times New Roman"/>
              </a:rPr>
              <a:t>Tổng quan</a:t>
            </a:r>
            <a:r>
              <a:rPr sz="4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spc="-25" dirty="0">
                <a:solidFill>
                  <a:srgbClr val="FF0000"/>
                </a:solidFill>
                <a:latin typeface="Calibri Light"/>
                <a:cs typeface="Calibri Light"/>
              </a:rPr>
              <a:t>JSP</a:t>
            </a:r>
            <a:endParaRPr sz="440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505200" y="381000"/>
            <a:ext cx="12192000" cy="650875"/>
          </a:xfrm>
          <a:prstGeom prst="rect">
            <a:avLst/>
          </a:prstGeom>
        </p:spPr>
        <p:txBody>
          <a:bodyPr vert="horz" wrap="square" lIns="0" tIns="159004" rIns="0" bIns="0" rtlCol="0">
            <a:spAutoFit/>
          </a:bodyPr>
          <a:lstStyle/>
          <a:p>
            <a:pPr marL="212217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0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-</a:t>
            </a:r>
            <a:r>
              <a:rPr sz="4000" spc="-204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Architecture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4286" y="1338779"/>
            <a:ext cx="8316939" cy="357881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994" y="-45008"/>
            <a:ext cx="7819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FC0"/>
                </a:solidFill>
              </a:rPr>
              <a:t>Chu</a:t>
            </a:r>
            <a:r>
              <a:rPr sz="4000" spc="-85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kỳ</a:t>
            </a:r>
            <a:r>
              <a:rPr sz="4000" spc="-55" dirty="0">
                <a:solidFill>
                  <a:srgbClr val="006FC0"/>
                </a:solidFill>
              </a:rPr>
              <a:t> </a:t>
            </a:r>
            <a:r>
              <a:rPr sz="4000" spc="-30" dirty="0">
                <a:solidFill>
                  <a:srgbClr val="006FC0"/>
                </a:solidFill>
              </a:rPr>
              <a:t>Request-</a:t>
            </a:r>
            <a:r>
              <a:rPr sz="4000" dirty="0">
                <a:solidFill>
                  <a:srgbClr val="006FC0"/>
                </a:solidFill>
              </a:rPr>
              <a:t>Response</a:t>
            </a:r>
            <a:r>
              <a:rPr sz="4000" spc="-20" dirty="0">
                <a:solidFill>
                  <a:srgbClr val="006FC0"/>
                </a:solidFill>
              </a:rPr>
              <a:t> JSP</a:t>
            </a:r>
            <a:r>
              <a:rPr sz="4000" spc="-229" dirty="0">
                <a:solidFill>
                  <a:srgbClr val="006FC0"/>
                </a:solidFill>
              </a:rPr>
              <a:t> </a:t>
            </a:r>
            <a:r>
              <a:rPr sz="4000" spc="-20" dirty="0">
                <a:solidFill>
                  <a:srgbClr val="006FC0"/>
                </a:solidFill>
              </a:rPr>
              <a:t>Page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519237" y="1205674"/>
            <a:ext cx="6406515" cy="5210175"/>
            <a:chOff x="1519237" y="1205674"/>
            <a:chExt cx="6406515" cy="5210175"/>
          </a:xfrm>
        </p:grpSpPr>
        <p:sp>
          <p:nvSpPr>
            <p:cNvPr id="4" name="object 4"/>
            <p:cNvSpPr/>
            <p:nvPr/>
          </p:nvSpPr>
          <p:spPr>
            <a:xfrm>
              <a:off x="1524000" y="2971800"/>
              <a:ext cx="1905000" cy="1219200"/>
            </a:xfrm>
            <a:custGeom>
              <a:avLst/>
              <a:gdLst/>
              <a:ahLst/>
              <a:cxnLst/>
              <a:rect l="l" t="t" r="r" b="b"/>
              <a:pathLst>
                <a:path w="1905000" h="1219200">
                  <a:moveTo>
                    <a:pt x="952500" y="0"/>
                  </a:moveTo>
                  <a:lnTo>
                    <a:pt x="894478" y="1112"/>
                  </a:lnTo>
                  <a:lnTo>
                    <a:pt x="837375" y="4407"/>
                  </a:lnTo>
                  <a:lnTo>
                    <a:pt x="781291" y="9821"/>
                  </a:lnTo>
                  <a:lnTo>
                    <a:pt x="726325" y="17290"/>
                  </a:lnTo>
                  <a:lnTo>
                    <a:pt x="672578" y="26750"/>
                  </a:lnTo>
                  <a:lnTo>
                    <a:pt x="620148" y="38137"/>
                  </a:lnTo>
                  <a:lnTo>
                    <a:pt x="569136" y="51388"/>
                  </a:lnTo>
                  <a:lnTo>
                    <a:pt x="519641" y="66439"/>
                  </a:lnTo>
                  <a:lnTo>
                    <a:pt x="471762" y="83227"/>
                  </a:lnTo>
                  <a:lnTo>
                    <a:pt x="425600" y="101687"/>
                  </a:lnTo>
                  <a:lnTo>
                    <a:pt x="381254" y="121755"/>
                  </a:lnTo>
                  <a:lnTo>
                    <a:pt x="338823" y="143368"/>
                  </a:lnTo>
                  <a:lnTo>
                    <a:pt x="298408" y="166463"/>
                  </a:lnTo>
                  <a:lnTo>
                    <a:pt x="260107" y="190975"/>
                  </a:lnTo>
                  <a:lnTo>
                    <a:pt x="224021" y="216840"/>
                  </a:lnTo>
                  <a:lnTo>
                    <a:pt x="190250" y="243996"/>
                  </a:lnTo>
                  <a:lnTo>
                    <a:pt x="158892" y="272377"/>
                  </a:lnTo>
                  <a:lnTo>
                    <a:pt x="130048" y="301921"/>
                  </a:lnTo>
                  <a:lnTo>
                    <a:pt x="103816" y="332563"/>
                  </a:lnTo>
                  <a:lnTo>
                    <a:pt x="80298" y="364240"/>
                  </a:lnTo>
                  <a:lnTo>
                    <a:pt x="59592" y="396889"/>
                  </a:lnTo>
                  <a:lnTo>
                    <a:pt x="27017" y="464843"/>
                  </a:lnTo>
                  <a:lnTo>
                    <a:pt x="6887" y="535917"/>
                  </a:lnTo>
                  <a:lnTo>
                    <a:pt x="0" y="609600"/>
                  </a:lnTo>
                  <a:lnTo>
                    <a:pt x="1738" y="646735"/>
                  </a:lnTo>
                  <a:lnTo>
                    <a:pt x="15346" y="719177"/>
                  </a:lnTo>
                  <a:lnTo>
                    <a:pt x="41799" y="788755"/>
                  </a:lnTo>
                  <a:lnTo>
                    <a:pt x="80298" y="854959"/>
                  </a:lnTo>
                  <a:lnTo>
                    <a:pt x="103816" y="886636"/>
                  </a:lnTo>
                  <a:lnTo>
                    <a:pt x="130048" y="917278"/>
                  </a:lnTo>
                  <a:lnTo>
                    <a:pt x="158892" y="946822"/>
                  </a:lnTo>
                  <a:lnTo>
                    <a:pt x="190250" y="975203"/>
                  </a:lnTo>
                  <a:lnTo>
                    <a:pt x="224021" y="1002359"/>
                  </a:lnTo>
                  <a:lnTo>
                    <a:pt x="260107" y="1028224"/>
                  </a:lnTo>
                  <a:lnTo>
                    <a:pt x="298408" y="1052736"/>
                  </a:lnTo>
                  <a:lnTo>
                    <a:pt x="338823" y="1075831"/>
                  </a:lnTo>
                  <a:lnTo>
                    <a:pt x="381254" y="1097444"/>
                  </a:lnTo>
                  <a:lnTo>
                    <a:pt x="425600" y="1117512"/>
                  </a:lnTo>
                  <a:lnTo>
                    <a:pt x="471762" y="1135972"/>
                  </a:lnTo>
                  <a:lnTo>
                    <a:pt x="519641" y="1152760"/>
                  </a:lnTo>
                  <a:lnTo>
                    <a:pt x="569136" y="1167811"/>
                  </a:lnTo>
                  <a:lnTo>
                    <a:pt x="620148" y="1181062"/>
                  </a:lnTo>
                  <a:lnTo>
                    <a:pt x="672578" y="1192449"/>
                  </a:lnTo>
                  <a:lnTo>
                    <a:pt x="726325" y="1201909"/>
                  </a:lnTo>
                  <a:lnTo>
                    <a:pt x="781291" y="1209378"/>
                  </a:lnTo>
                  <a:lnTo>
                    <a:pt x="837375" y="1214792"/>
                  </a:lnTo>
                  <a:lnTo>
                    <a:pt x="894478" y="1218087"/>
                  </a:lnTo>
                  <a:lnTo>
                    <a:pt x="952500" y="1219200"/>
                  </a:lnTo>
                  <a:lnTo>
                    <a:pt x="1010521" y="1218087"/>
                  </a:lnTo>
                  <a:lnTo>
                    <a:pt x="1067624" y="1214792"/>
                  </a:lnTo>
                  <a:lnTo>
                    <a:pt x="1123708" y="1209378"/>
                  </a:lnTo>
                  <a:lnTo>
                    <a:pt x="1178674" y="1201909"/>
                  </a:lnTo>
                  <a:lnTo>
                    <a:pt x="1232421" y="1192449"/>
                  </a:lnTo>
                  <a:lnTo>
                    <a:pt x="1284851" y="1181062"/>
                  </a:lnTo>
                  <a:lnTo>
                    <a:pt x="1335863" y="1167811"/>
                  </a:lnTo>
                  <a:lnTo>
                    <a:pt x="1385358" y="1152760"/>
                  </a:lnTo>
                  <a:lnTo>
                    <a:pt x="1433237" y="1135972"/>
                  </a:lnTo>
                  <a:lnTo>
                    <a:pt x="1479399" y="1117512"/>
                  </a:lnTo>
                  <a:lnTo>
                    <a:pt x="1523745" y="1097444"/>
                  </a:lnTo>
                  <a:lnTo>
                    <a:pt x="1566176" y="1075831"/>
                  </a:lnTo>
                  <a:lnTo>
                    <a:pt x="1606591" y="1052736"/>
                  </a:lnTo>
                  <a:lnTo>
                    <a:pt x="1644892" y="1028224"/>
                  </a:lnTo>
                  <a:lnTo>
                    <a:pt x="1680978" y="1002359"/>
                  </a:lnTo>
                  <a:lnTo>
                    <a:pt x="1714749" y="975203"/>
                  </a:lnTo>
                  <a:lnTo>
                    <a:pt x="1746107" y="946822"/>
                  </a:lnTo>
                  <a:lnTo>
                    <a:pt x="1774952" y="917278"/>
                  </a:lnTo>
                  <a:lnTo>
                    <a:pt x="1801183" y="886636"/>
                  </a:lnTo>
                  <a:lnTo>
                    <a:pt x="1824701" y="854959"/>
                  </a:lnTo>
                  <a:lnTo>
                    <a:pt x="1845407" y="822310"/>
                  </a:lnTo>
                  <a:lnTo>
                    <a:pt x="1877982" y="754356"/>
                  </a:lnTo>
                  <a:lnTo>
                    <a:pt x="1898112" y="683282"/>
                  </a:lnTo>
                  <a:lnTo>
                    <a:pt x="1905000" y="609600"/>
                  </a:lnTo>
                  <a:lnTo>
                    <a:pt x="1903261" y="572464"/>
                  </a:lnTo>
                  <a:lnTo>
                    <a:pt x="1889653" y="500022"/>
                  </a:lnTo>
                  <a:lnTo>
                    <a:pt x="1863200" y="430444"/>
                  </a:lnTo>
                  <a:lnTo>
                    <a:pt x="1824701" y="364240"/>
                  </a:lnTo>
                  <a:lnTo>
                    <a:pt x="1801183" y="332563"/>
                  </a:lnTo>
                  <a:lnTo>
                    <a:pt x="1774951" y="301921"/>
                  </a:lnTo>
                  <a:lnTo>
                    <a:pt x="1746107" y="272377"/>
                  </a:lnTo>
                  <a:lnTo>
                    <a:pt x="1714749" y="243996"/>
                  </a:lnTo>
                  <a:lnTo>
                    <a:pt x="1680978" y="216840"/>
                  </a:lnTo>
                  <a:lnTo>
                    <a:pt x="1644892" y="190975"/>
                  </a:lnTo>
                  <a:lnTo>
                    <a:pt x="1606591" y="166463"/>
                  </a:lnTo>
                  <a:lnTo>
                    <a:pt x="1566176" y="143368"/>
                  </a:lnTo>
                  <a:lnTo>
                    <a:pt x="1523745" y="121755"/>
                  </a:lnTo>
                  <a:lnTo>
                    <a:pt x="1479399" y="101687"/>
                  </a:lnTo>
                  <a:lnTo>
                    <a:pt x="1433237" y="83227"/>
                  </a:lnTo>
                  <a:lnTo>
                    <a:pt x="1385358" y="66439"/>
                  </a:lnTo>
                  <a:lnTo>
                    <a:pt x="1335863" y="51388"/>
                  </a:lnTo>
                  <a:lnTo>
                    <a:pt x="1284851" y="38137"/>
                  </a:lnTo>
                  <a:lnTo>
                    <a:pt x="1232421" y="26750"/>
                  </a:lnTo>
                  <a:lnTo>
                    <a:pt x="1178674" y="17290"/>
                  </a:lnTo>
                  <a:lnTo>
                    <a:pt x="1123708" y="9821"/>
                  </a:lnTo>
                  <a:lnTo>
                    <a:pt x="1067624" y="4407"/>
                  </a:lnTo>
                  <a:lnTo>
                    <a:pt x="1010521" y="1112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000" y="2971800"/>
              <a:ext cx="1905000" cy="1219200"/>
            </a:xfrm>
            <a:custGeom>
              <a:avLst/>
              <a:gdLst/>
              <a:ahLst/>
              <a:cxnLst/>
              <a:rect l="l" t="t" r="r" b="b"/>
              <a:pathLst>
                <a:path w="1905000" h="1219200">
                  <a:moveTo>
                    <a:pt x="0" y="609600"/>
                  </a:moveTo>
                  <a:lnTo>
                    <a:pt x="6887" y="535917"/>
                  </a:lnTo>
                  <a:lnTo>
                    <a:pt x="27017" y="464843"/>
                  </a:lnTo>
                  <a:lnTo>
                    <a:pt x="59592" y="396889"/>
                  </a:lnTo>
                  <a:lnTo>
                    <a:pt x="80298" y="364240"/>
                  </a:lnTo>
                  <a:lnTo>
                    <a:pt x="103816" y="332563"/>
                  </a:lnTo>
                  <a:lnTo>
                    <a:pt x="130048" y="301921"/>
                  </a:lnTo>
                  <a:lnTo>
                    <a:pt x="158892" y="272377"/>
                  </a:lnTo>
                  <a:lnTo>
                    <a:pt x="190250" y="243996"/>
                  </a:lnTo>
                  <a:lnTo>
                    <a:pt x="224021" y="216840"/>
                  </a:lnTo>
                  <a:lnTo>
                    <a:pt x="260107" y="190975"/>
                  </a:lnTo>
                  <a:lnTo>
                    <a:pt x="298408" y="166463"/>
                  </a:lnTo>
                  <a:lnTo>
                    <a:pt x="338823" y="143368"/>
                  </a:lnTo>
                  <a:lnTo>
                    <a:pt x="381254" y="121755"/>
                  </a:lnTo>
                  <a:lnTo>
                    <a:pt x="425600" y="101687"/>
                  </a:lnTo>
                  <a:lnTo>
                    <a:pt x="471762" y="83227"/>
                  </a:lnTo>
                  <a:lnTo>
                    <a:pt x="519641" y="66439"/>
                  </a:lnTo>
                  <a:lnTo>
                    <a:pt x="569136" y="51388"/>
                  </a:lnTo>
                  <a:lnTo>
                    <a:pt x="620148" y="38137"/>
                  </a:lnTo>
                  <a:lnTo>
                    <a:pt x="672578" y="26750"/>
                  </a:lnTo>
                  <a:lnTo>
                    <a:pt x="726325" y="17290"/>
                  </a:lnTo>
                  <a:lnTo>
                    <a:pt x="781291" y="9821"/>
                  </a:lnTo>
                  <a:lnTo>
                    <a:pt x="837375" y="4407"/>
                  </a:lnTo>
                  <a:lnTo>
                    <a:pt x="894478" y="1112"/>
                  </a:lnTo>
                  <a:lnTo>
                    <a:pt x="952500" y="0"/>
                  </a:lnTo>
                  <a:lnTo>
                    <a:pt x="1010521" y="1112"/>
                  </a:lnTo>
                  <a:lnTo>
                    <a:pt x="1067624" y="4407"/>
                  </a:lnTo>
                  <a:lnTo>
                    <a:pt x="1123708" y="9821"/>
                  </a:lnTo>
                  <a:lnTo>
                    <a:pt x="1178674" y="17290"/>
                  </a:lnTo>
                  <a:lnTo>
                    <a:pt x="1232421" y="26750"/>
                  </a:lnTo>
                  <a:lnTo>
                    <a:pt x="1284851" y="38137"/>
                  </a:lnTo>
                  <a:lnTo>
                    <a:pt x="1335863" y="51388"/>
                  </a:lnTo>
                  <a:lnTo>
                    <a:pt x="1385358" y="66439"/>
                  </a:lnTo>
                  <a:lnTo>
                    <a:pt x="1433237" y="83227"/>
                  </a:lnTo>
                  <a:lnTo>
                    <a:pt x="1479399" y="101687"/>
                  </a:lnTo>
                  <a:lnTo>
                    <a:pt x="1523745" y="121755"/>
                  </a:lnTo>
                  <a:lnTo>
                    <a:pt x="1566176" y="143368"/>
                  </a:lnTo>
                  <a:lnTo>
                    <a:pt x="1606591" y="166463"/>
                  </a:lnTo>
                  <a:lnTo>
                    <a:pt x="1644892" y="190975"/>
                  </a:lnTo>
                  <a:lnTo>
                    <a:pt x="1680978" y="216840"/>
                  </a:lnTo>
                  <a:lnTo>
                    <a:pt x="1714749" y="243996"/>
                  </a:lnTo>
                  <a:lnTo>
                    <a:pt x="1746107" y="272377"/>
                  </a:lnTo>
                  <a:lnTo>
                    <a:pt x="1774951" y="301921"/>
                  </a:lnTo>
                  <a:lnTo>
                    <a:pt x="1801183" y="332563"/>
                  </a:lnTo>
                  <a:lnTo>
                    <a:pt x="1824701" y="364240"/>
                  </a:lnTo>
                  <a:lnTo>
                    <a:pt x="1845407" y="396889"/>
                  </a:lnTo>
                  <a:lnTo>
                    <a:pt x="1877982" y="464843"/>
                  </a:lnTo>
                  <a:lnTo>
                    <a:pt x="1898112" y="535917"/>
                  </a:lnTo>
                  <a:lnTo>
                    <a:pt x="1905000" y="609600"/>
                  </a:lnTo>
                  <a:lnTo>
                    <a:pt x="1903261" y="646735"/>
                  </a:lnTo>
                  <a:lnTo>
                    <a:pt x="1889653" y="719177"/>
                  </a:lnTo>
                  <a:lnTo>
                    <a:pt x="1863200" y="788755"/>
                  </a:lnTo>
                  <a:lnTo>
                    <a:pt x="1824701" y="854959"/>
                  </a:lnTo>
                  <a:lnTo>
                    <a:pt x="1801183" y="886636"/>
                  </a:lnTo>
                  <a:lnTo>
                    <a:pt x="1774952" y="917278"/>
                  </a:lnTo>
                  <a:lnTo>
                    <a:pt x="1746107" y="946822"/>
                  </a:lnTo>
                  <a:lnTo>
                    <a:pt x="1714749" y="975203"/>
                  </a:lnTo>
                  <a:lnTo>
                    <a:pt x="1680978" y="1002359"/>
                  </a:lnTo>
                  <a:lnTo>
                    <a:pt x="1644892" y="1028224"/>
                  </a:lnTo>
                  <a:lnTo>
                    <a:pt x="1606591" y="1052736"/>
                  </a:lnTo>
                  <a:lnTo>
                    <a:pt x="1566176" y="1075831"/>
                  </a:lnTo>
                  <a:lnTo>
                    <a:pt x="1523745" y="1097444"/>
                  </a:lnTo>
                  <a:lnTo>
                    <a:pt x="1479399" y="1117512"/>
                  </a:lnTo>
                  <a:lnTo>
                    <a:pt x="1433237" y="1135972"/>
                  </a:lnTo>
                  <a:lnTo>
                    <a:pt x="1385358" y="1152760"/>
                  </a:lnTo>
                  <a:lnTo>
                    <a:pt x="1335863" y="1167811"/>
                  </a:lnTo>
                  <a:lnTo>
                    <a:pt x="1284851" y="1181062"/>
                  </a:lnTo>
                  <a:lnTo>
                    <a:pt x="1232421" y="1192449"/>
                  </a:lnTo>
                  <a:lnTo>
                    <a:pt x="1178674" y="1201909"/>
                  </a:lnTo>
                  <a:lnTo>
                    <a:pt x="1123708" y="1209378"/>
                  </a:lnTo>
                  <a:lnTo>
                    <a:pt x="1067624" y="1214792"/>
                  </a:lnTo>
                  <a:lnTo>
                    <a:pt x="1010521" y="1218087"/>
                  </a:lnTo>
                  <a:lnTo>
                    <a:pt x="952500" y="1219200"/>
                  </a:lnTo>
                  <a:lnTo>
                    <a:pt x="894478" y="1218087"/>
                  </a:lnTo>
                  <a:lnTo>
                    <a:pt x="837375" y="1214792"/>
                  </a:lnTo>
                  <a:lnTo>
                    <a:pt x="781291" y="1209378"/>
                  </a:lnTo>
                  <a:lnTo>
                    <a:pt x="726325" y="1201909"/>
                  </a:lnTo>
                  <a:lnTo>
                    <a:pt x="672578" y="1192449"/>
                  </a:lnTo>
                  <a:lnTo>
                    <a:pt x="620148" y="1181062"/>
                  </a:lnTo>
                  <a:lnTo>
                    <a:pt x="569136" y="1167811"/>
                  </a:lnTo>
                  <a:lnTo>
                    <a:pt x="519641" y="1152760"/>
                  </a:lnTo>
                  <a:lnTo>
                    <a:pt x="471762" y="1135972"/>
                  </a:lnTo>
                  <a:lnTo>
                    <a:pt x="425600" y="1117512"/>
                  </a:lnTo>
                  <a:lnTo>
                    <a:pt x="381254" y="1097444"/>
                  </a:lnTo>
                  <a:lnTo>
                    <a:pt x="338823" y="1075831"/>
                  </a:lnTo>
                  <a:lnTo>
                    <a:pt x="298408" y="1052736"/>
                  </a:lnTo>
                  <a:lnTo>
                    <a:pt x="260107" y="1028224"/>
                  </a:lnTo>
                  <a:lnTo>
                    <a:pt x="224021" y="1002359"/>
                  </a:lnTo>
                  <a:lnTo>
                    <a:pt x="190250" y="975203"/>
                  </a:lnTo>
                  <a:lnTo>
                    <a:pt x="158892" y="946822"/>
                  </a:lnTo>
                  <a:lnTo>
                    <a:pt x="130048" y="917278"/>
                  </a:lnTo>
                  <a:lnTo>
                    <a:pt x="103816" y="886636"/>
                  </a:lnTo>
                  <a:lnTo>
                    <a:pt x="80298" y="854959"/>
                  </a:lnTo>
                  <a:lnTo>
                    <a:pt x="59592" y="822310"/>
                  </a:lnTo>
                  <a:lnTo>
                    <a:pt x="27017" y="754356"/>
                  </a:lnTo>
                  <a:lnTo>
                    <a:pt x="6887" y="683282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24400" y="1828799"/>
              <a:ext cx="1905000" cy="4038600"/>
            </a:xfrm>
            <a:custGeom>
              <a:avLst/>
              <a:gdLst/>
              <a:ahLst/>
              <a:cxnLst/>
              <a:rect l="l" t="t" r="r" b="b"/>
              <a:pathLst>
                <a:path w="1905000" h="4038600">
                  <a:moveTo>
                    <a:pt x="1905000" y="0"/>
                  </a:moveTo>
                  <a:lnTo>
                    <a:pt x="0" y="0"/>
                  </a:lnTo>
                  <a:lnTo>
                    <a:pt x="0" y="4038600"/>
                  </a:lnTo>
                  <a:lnTo>
                    <a:pt x="1905000" y="40386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24400" y="1828799"/>
              <a:ext cx="1905000" cy="4038600"/>
            </a:xfrm>
            <a:custGeom>
              <a:avLst/>
              <a:gdLst/>
              <a:ahLst/>
              <a:cxnLst/>
              <a:rect l="l" t="t" r="r" b="b"/>
              <a:pathLst>
                <a:path w="1905000" h="4038600">
                  <a:moveTo>
                    <a:pt x="0" y="4038600"/>
                  </a:moveTo>
                  <a:lnTo>
                    <a:pt x="1905000" y="40386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403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7362" y="3211067"/>
              <a:ext cx="3886200" cy="642620"/>
            </a:xfrm>
            <a:custGeom>
              <a:avLst/>
              <a:gdLst/>
              <a:ahLst/>
              <a:cxnLst/>
              <a:rect l="l" t="t" r="r" b="b"/>
              <a:pathLst>
                <a:path w="3886200" h="642620">
                  <a:moveTo>
                    <a:pt x="1447800" y="585343"/>
                  </a:moveTo>
                  <a:lnTo>
                    <a:pt x="161925" y="585343"/>
                  </a:lnTo>
                  <a:lnTo>
                    <a:pt x="161925" y="556768"/>
                  </a:lnTo>
                  <a:lnTo>
                    <a:pt x="76200" y="599694"/>
                  </a:lnTo>
                  <a:lnTo>
                    <a:pt x="161925" y="642493"/>
                  </a:lnTo>
                  <a:lnTo>
                    <a:pt x="161925" y="613918"/>
                  </a:lnTo>
                  <a:lnTo>
                    <a:pt x="1447800" y="613918"/>
                  </a:lnTo>
                  <a:lnTo>
                    <a:pt x="1447800" y="585343"/>
                  </a:lnTo>
                  <a:close/>
                </a:path>
                <a:path w="3886200" h="642620">
                  <a:moveTo>
                    <a:pt x="1447927" y="66294"/>
                  </a:moveTo>
                  <a:lnTo>
                    <a:pt x="1423314" y="51943"/>
                  </a:lnTo>
                  <a:lnTo>
                    <a:pt x="1334135" y="0"/>
                  </a:lnTo>
                  <a:lnTo>
                    <a:pt x="1325372" y="2286"/>
                  </a:lnTo>
                  <a:lnTo>
                    <a:pt x="1321435" y="9144"/>
                  </a:lnTo>
                  <a:lnTo>
                    <a:pt x="1317498" y="15875"/>
                  </a:lnTo>
                  <a:lnTo>
                    <a:pt x="1319784" y="24638"/>
                  </a:lnTo>
                  <a:lnTo>
                    <a:pt x="1366634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1366850" y="80518"/>
                  </a:lnTo>
                  <a:lnTo>
                    <a:pt x="1319784" y="107950"/>
                  </a:lnTo>
                  <a:lnTo>
                    <a:pt x="1317498" y="116713"/>
                  </a:lnTo>
                  <a:lnTo>
                    <a:pt x="1321435" y="123444"/>
                  </a:lnTo>
                  <a:lnTo>
                    <a:pt x="1325372" y="130302"/>
                  </a:lnTo>
                  <a:lnTo>
                    <a:pt x="1334135" y="132588"/>
                  </a:lnTo>
                  <a:lnTo>
                    <a:pt x="1423530" y="80518"/>
                  </a:lnTo>
                  <a:lnTo>
                    <a:pt x="1447927" y="66294"/>
                  </a:lnTo>
                  <a:close/>
                </a:path>
                <a:path w="3886200" h="642620">
                  <a:moveTo>
                    <a:pt x="3886200" y="371094"/>
                  </a:moveTo>
                  <a:lnTo>
                    <a:pt x="3857536" y="356743"/>
                  </a:lnTo>
                  <a:lnTo>
                    <a:pt x="3800475" y="328168"/>
                  </a:lnTo>
                  <a:lnTo>
                    <a:pt x="3800475" y="356743"/>
                  </a:lnTo>
                  <a:lnTo>
                    <a:pt x="3352787" y="356743"/>
                  </a:lnTo>
                  <a:lnTo>
                    <a:pt x="3352787" y="385318"/>
                  </a:lnTo>
                  <a:lnTo>
                    <a:pt x="3800475" y="385318"/>
                  </a:lnTo>
                  <a:lnTo>
                    <a:pt x="3800475" y="413893"/>
                  </a:lnTo>
                  <a:lnTo>
                    <a:pt x="3857701" y="385318"/>
                  </a:lnTo>
                  <a:lnTo>
                    <a:pt x="3886200" y="37109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15761" y="6401561"/>
              <a:ext cx="2057400" cy="0"/>
            </a:xfrm>
            <a:custGeom>
              <a:avLst/>
              <a:gdLst/>
              <a:ahLst/>
              <a:cxnLst/>
              <a:rect l="l" t="t" r="r" b="b"/>
              <a:pathLst>
                <a:path w="2057400">
                  <a:moveTo>
                    <a:pt x="2057399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2835" y="5868161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85725" h="533400">
                  <a:moveTo>
                    <a:pt x="57150" y="71437"/>
                  </a:moveTo>
                  <a:lnTo>
                    <a:pt x="28575" y="71437"/>
                  </a:lnTo>
                  <a:lnTo>
                    <a:pt x="28575" y="533400"/>
                  </a:lnTo>
                  <a:lnTo>
                    <a:pt x="57150" y="533400"/>
                  </a:lnTo>
                  <a:lnTo>
                    <a:pt x="57150" y="71437"/>
                  </a:lnTo>
                  <a:close/>
                </a:path>
                <a:path w="85725" h="533400">
                  <a:moveTo>
                    <a:pt x="42925" y="0"/>
                  </a:moveTo>
                  <a:lnTo>
                    <a:pt x="0" y="85725"/>
                  </a:lnTo>
                  <a:lnTo>
                    <a:pt x="28575" y="85725"/>
                  </a:lnTo>
                  <a:lnTo>
                    <a:pt x="28575" y="71437"/>
                  </a:lnTo>
                  <a:lnTo>
                    <a:pt x="78591" y="71437"/>
                  </a:lnTo>
                  <a:lnTo>
                    <a:pt x="42925" y="0"/>
                  </a:lnTo>
                  <a:close/>
                </a:path>
                <a:path w="85725" h="533400">
                  <a:moveTo>
                    <a:pt x="78591" y="71437"/>
                  </a:moveTo>
                  <a:lnTo>
                    <a:pt x="57150" y="71437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591" y="714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361" y="1219961"/>
              <a:ext cx="2362200" cy="0"/>
            </a:xfrm>
            <a:custGeom>
              <a:avLst/>
              <a:gdLst/>
              <a:ahLst/>
              <a:cxnLst/>
              <a:rect l="l" t="t" r="r" b="b"/>
              <a:pathLst>
                <a:path w="2362200">
                  <a:moveTo>
                    <a:pt x="2362199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20435" y="1219961"/>
              <a:ext cx="85725" cy="609600"/>
            </a:xfrm>
            <a:custGeom>
              <a:avLst/>
              <a:gdLst/>
              <a:ahLst/>
              <a:cxnLst/>
              <a:rect l="l" t="t" r="r" b="b"/>
              <a:pathLst>
                <a:path w="85725" h="609600">
                  <a:moveTo>
                    <a:pt x="28575" y="523875"/>
                  </a:moveTo>
                  <a:lnTo>
                    <a:pt x="0" y="523875"/>
                  </a:lnTo>
                  <a:lnTo>
                    <a:pt x="42925" y="609600"/>
                  </a:lnTo>
                  <a:lnTo>
                    <a:pt x="78623" y="538099"/>
                  </a:lnTo>
                  <a:lnTo>
                    <a:pt x="28575" y="538099"/>
                  </a:lnTo>
                  <a:lnTo>
                    <a:pt x="28575" y="523875"/>
                  </a:lnTo>
                  <a:close/>
                </a:path>
                <a:path w="85725" h="609600">
                  <a:moveTo>
                    <a:pt x="57150" y="0"/>
                  </a:moveTo>
                  <a:lnTo>
                    <a:pt x="28575" y="0"/>
                  </a:lnTo>
                  <a:lnTo>
                    <a:pt x="28575" y="538099"/>
                  </a:lnTo>
                  <a:lnTo>
                    <a:pt x="57150" y="538099"/>
                  </a:lnTo>
                  <a:lnTo>
                    <a:pt x="57150" y="0"/>
                  </a:lnTo>
                  <a:close/>
                </a:path>
                <a:path w="85725" h="609600">
                  <a:moveTo>
                    <a:pt x="85725" y="523875"/>
                  </a:moveTo>
                  <a:lnTo>
                    <a:pt x="57150" y="523875"/>
                  </a:lnTo>
                  <a:lnTo>
                    <a:pt x="57150" y="538099"/>
                  </a:lnTo>
                  <a:lnTo>
                    <a:pt x="78623" y="538099"/>
                  </a:lnTo>
                  <a:lnTo>
                    <a:pt x="85725" y="5238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9025635" y="2210561"/>
            <a:ext cx="85725" cy="457200"/>
          </a:xfrm>
          <a:custGeom>
            <a:avLst/>
            <a:gdLst/>
            <a:ahLst/>
            <a:cxnLst/>
            <a:rect l="l" t="t" r="r" b="b"/>
            <a:pathLst>
              <a:path w="85725" h="457200">
                <a:moveTo>
                  <a:pt x="57150" y="71374"/>
                </a:moveTo>
                <a:lnTo>
                  <a:pt x="28575" y="71374"/>
                </a:lnTo>
                <a:lnTo>
                  <a:pt x="28575" y="457200"/>
                </a:lnTo>
                <a:lnTo>
                  <a:pt x="57150" y="457200"/>
                </a:lnTo>
                <a:lnTo>
                  <a:pt x="57150" y="71374"/>
                </a:lnTo>
                <a:close/>
              </a:path>
              <a:path w="85725" h="457200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374"/>
                </a:lnTo>
                <a:lnTo>
                  <a:pt x="78560" y="71374"/>
                </a:lnTo>
                <a:lnTo>
                  <a:pt x="42925" y="0"/>
                </a:lnTo>
                <a:close/>
              </a:path>
              <a:path w="85725" h="457200">
                <a:moveTo>
                  <a:pt x="78560" y="71374"/>
                </a:moveTo>
                <a:lnTo>
                  <a:pt x="57150" y="71374"/>
                </a:lnTo>
                <a:lnTo>
                  <a:pt x="57150" y="85725"/>
                </a:lnTo>
                <a:lnTo>
                  <a:pt x="85725" y="85725"/>
                </a:lnTo>
                <a:lnTo>
                  <a:pt x="78560" y="713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25635" y="4725161"/>
            <a:ext cx="85725" cy="457200"/>
          </a:xfrm>
          <a:custGeom>
            <a:avLst/>
            <a:gdLst/>
            <a:ahLst/>
            <a:cxnLst/>
            <a:rect l="l" t="t" r="r" b="b"/>
            <a:pathLst>
              <a:path w="85725" h="457200">
                <a:moveTo>
                  <a:pt x="28575" y="371475"/>
                </a:moveTo>
                <a:lnTo>
                  <a:pt x="0" y="371475"/>
                </a:lnTo>
                <a:lnTo>
                  <a:pt x="42925" y="457200"/>
                </a:lnTo>
                <a:lnTo>
                  <a:pt x="78623" y="385699"/>
                </a:lnTo>
                <a:lnTo>
                  <a:pt x="28575" y="385699"/>
                </a:lnTo>
                <a:lnTo>
                  <a:pt x="28575" y="371475"/>
                </a:lnTo>
                <a:close/>
              </a:path>
              <a:path w="85725" h="457200">
                <a:moveTo>
                  <a:pt x="57150" y="0"/>
                </a:moveTo>
                <a:lnTo>
                  <a:pt x="28575" y="0"/>
                </a:lnTo>
                <a:lnTo>
                  <a:pt x="28575" y="385699"/>
                </a:lnTo>
                <a:lnTo>
                  <a:pt x="57150" y="385699"/>
                </a:lnTo>
                <a:lnTo>
                  <a:pt x="57150" y="0"/>
                </a:lnTo>
                <a:close/>
              </a:path>
              <a:path w="85725" h="457200">
                <a:moveTo>
                  <a:pt x="85725" y="371475"/>
                </a:moveTo>
                <a:lnTo>
                  <a:pt x="57150" y="371475"/>
                </a:lnTo>
                <a:lnTo>
                  <a:pt x="57150" y="385699"/>
                </a:lnTo>
                <a:lnTo>
                  <a:pt x="78623" y="385699"/>
                </a:lnTo>
                <a:lnTo>
                  <a:pt x="85725" y="3714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07794" y="3377565"/>
            <a:ext cx="111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Browser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4326" y="3073730"/>
            <a:ext cx="16433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Trebuchet MS"/>
                <a:cs typeface="Trebuchet MS"/>
              </a:rPr>
              <a:t>Web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Trebuchet MS"/>
                <a:cs typeface="Trebuchet MS"/>
              </a:rPr>
              <a:t>Container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(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rebuchet MS"/>
                <a:cs typeface="Trebuchet MS"/>
              </a:rPr>
              <a:t>JSP</a:t>
            </a:r>
            <a:r>
              <a:rPr sz="2000" b="1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rebuchet MS"/>
                <a:cs typeface="Trebuchet MS"/>
              </a:rPr>
              <a:t>Engine</a:t>
            </a:r>
            <a:r>
              <a:rPr sz="2000" b="1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10521" y="4749545"/>
            <a:ext cx="456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Trebuchet MS"/>
                <a:cs typeface="Trebuchet MS"/>
              </a:rPr>
              <a:t>Yes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84614" y="2234310"/>
            <a:ext cx="384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No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70219" y="1319529"/>
            <a:ext cx="1267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Response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31178" y="5968390"/>
            <a:ext cx="12680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Response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2800" y="2667000"/>
            <a:ext cx="3352800" cy="2057400"/>
          </a:xfrm>
          <a:prstGeom prst="rect">
            <a:avLst/>
          </a:prstGeom>
          <a:solidFill>
            <a:srgbClr val="F8CAAC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807720" marR="318770" indent="-90170">
              <a:lnSpc>
                <a:spcPct val="100000"/>
              </a:lnSpc>
              <a:spcBef>
                <a:spcPts val="2220"/>
              </a:spcBef>
            </a:pP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JSP </a:t>
            </a:r>
            <a:r>
              <a:rPr sz="2400" dirty="0">
                <a:latin typeface="Times New Roman"/>
                <a:cs typeface="Times New Roman"/>
              </a:rPr>
              <a:t>được gọi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lần </a:t>
            </a:r>
            <a:r>
              <a:rPr sz="2400" spc="-25" dirty="0">
                <a:latin typeface="Times New Roman"/>
                <a:cs typeface="Times New Roman"/>
              </a:rPr>
              <a:t>đầu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72400" y="5181600"/>
            <a:ext cx="2743200" cy="1371600"/>
          </a:xfrm>
          <a:prstGeom prst="rect">
            <a:avLst/>
          </a:prstGeom>
          <a:solidFill>
            <a:srgbClr val="F8CAAC"/>
          </a:solidFill>
          <a:ln w="9525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R="69215" algn="ctr">
              <a:lnSpc>
                <a:spcPct val="100000"/>
              </a:lnSpc>
              <a:spcBef>
                <a:spcPts val="885"/>
              </a:spcBef>
            </a:pPr>
            <a:r>
              <a:rPr sz="2400" dirty="0">
                <a:latin typeface="Times New Roman"/>
                <a:cs typeface="Times New Roman"/>
              </a:rPr>
              <a:t>Biên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dịch</a:t>
            </a:r>
            <a:endParaRPr sz="2400">
              <a:latin typeface="Times New Roman"/>
              <a:cs typeface="Times New Roman"/>
            </a:endParaRPr>
          </a:p>
          <a:p>
            <a:pPr marR="66040" algn="ctr">
              <a:lnSpc>
                <a:spcPct val="100000"/>
              </a:lnSpc>
              <a:spcBef>
                <a:spcPts val="525"/>
              </a:spcBef>
            </a:pPr>
            <a:r>
              <a:rPr sz="2400" b="0" spc="-10" dirty="0">
                <a:latin typeface="Calibri Light"/>
                <a:cs typeface="Calibri Light"/>
              </a:rPr>
              <a:t>Servlet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24800" y="838200"/>
            <a:ext cx="2590800" cy="1371600"/>
          </a:xfrm>
          <a:prstGeom prst="rect">
            <a:avLst/>
          </a:prstGeom>
          <a:solidFill>
            <a:srgbClr val="F8CAAC"/>
          </a:solidFill>
          <a:ln w="9525">
            <a:solidFill>
              <a:srgbClr val="000000"/>
            </a:solidFill>
          </a:ln>
        </p:spPr>
        <p:txBody>
          <a:bodyPr vert="horz" wrap="square" lIns="0" tIns="255904" rIns="0" bIns="0" rtlCol="0">
            <a:spAutoFit/>
          </a:bodyPr>
          <a:lstStyle/>
          <a:p>
            <a:pPr marL="735965">
              <a:lnSpc>
                <a:spcPct val="100000"/>
              </a:lnSpc>
              <a:spcBef>
                <a:spcPts val="2014"/>
              </a:spcBef>
            </a:pPr>
            <a:r>
              <a:rPr sz="2400" dirty="0">
                <a:latin typeface="Times New Roman"/>
                <a:cs typeface="Times New Roman"/>
              </a:rPr>
              <a:t>Nạp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lại</a:t>
            </a:r>
            <a:endParaRPr sz="2400">
              <a:latin typeface="Times New Roman"/>
              <a:cs typeface="Times New Roman"/>
            </a:endParaRPr>
          </a:p>
          <a:p>
            <a:pPr marL="757555">
              <a:lnSpc>
                <a:spcPct val="100000"/>
              </a:lnSpc>
              <a:spcBef>
                <a:spcPts val="590"/>
              </a:spcBef>
            </a:pPr>
            <a:r>
              <a:rPr sz="2400" b="0" spc="-10" dirty="0">
                <a:latin typeface="Calibri Light"/>
                <a:cs typeface="Calibri Light"/>
              </a:rPr>
              <a:t>Servlet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55594" y="2843910"/>
            <a:ext cx="110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Request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79394" y="3987165"/>
            <a:ext cx="1267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Response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31" rIns="0" bIns="0" rtlCol="0">
            <a:spAutoFit/>
          </a:bodyPr>
          <a:lstStyle/>
          <a:p>
            <a:pPr marL="166497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6FC0"/>
                </a:solidFill>
              </a:rPr>
              <a:t>Chu kỳ</a:t>
            </a:r>
            <a:r>
              <a:rPr sz="4400" spc="5" dirty="0">
                <a:solidFill>
                  <a:srgbClr val="006FC0"/>
                </a:solidFill>
              </a:rPr>
              <a:t> </a:t>
            </a:r>
            <a:r>
              <a:rPr sz="4400" spc="-10" dirty="0">
                <a:solidFill>
                  <a:srgbClr val="006FC0"/>
                </a:solidFill>
              </a:rPr>
              <a:t>Request-</a:t>
            </a:r>
            <a:r>
              <a:rPr sz="4400" dirty="0">
                <a:solidFill>
                  <a:srgbClr val="006FC0"/>
                </a:solidFill>
              </a:rPr>
              <a:t>Response</a:t>
            </a:r>
            <a:r>
              <a:rPr sz="4400" spc="-45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JSP</a:t>
            </a:r>
            <a:r>
              <a:rPr sz="4400" spc="-229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Page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457" y="1205698"/>
            <a:ext cx="6755848" cy="549833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7485" y="2489072"/>
            <a:ext cx="67214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solidFill>
                  <a:srgbClr val="006FC0"/>
                </a:solidFill>
                <a:latin typeface="Calibri Light"/>
                <a:cs typeface="Calibri Light"/>
              </a:rPr>
              <a:t>JSP</a:t>
            </a:r>
            <a:r>
              <a:rPr sz="6000" b="0" spc="-235" dirty="0">
                <a:solidFill>
                  <a:srgbClr val="006FC0"/>
                </a:solidFill>
                <a:latin typeface="Calibri Light"/>
                <a:cs typeface="Calibri Light"/>
              </a:rPr>
              <a:t> </a:t>
            </a:r>
            <a:r>
              <a:rPr sz="6000" b="0" spc="-20" dirty="0">
                <a:solidFill>
                  <a:srgbClr val="006FC0"/>
                </a:solidFill>
                <a:latin typeface="Calibri Light"/>
                <a:cs typeface="Calibri Light"/>
              </a:rPr>
              <a:t>Scripting</a:t>
            </a:r>
            <a:r>
              <a:rPr sz="6000" b="0" spc="-225" dirty="0">
                <a:solidFill>
                  <a:srgbClr val="006FC0"/>
                </a:solidFill>
                <a:latin typeface="Calibri Light"/>
                <a:cs typeface="Calibri Light"/>
              </a:rPr>
              <a:t> </a:t>
            </a:r>
            <a:r>
              <a:rPr sz="6000" b="0" spc="-45" dirty="0">
                <a:solidFill>
                  <a:srgbClr val="006FC0"/>
                </a:solidFill>
                <a:latin typeface="Calibri Light"/>
                <a:cs typeface="Calibri Light"/>
              </a:rPr>
              <a:t>elements</a:t>
            </a:r>
            <a:endParaRPr sz="6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173863"/>
            <a:ext cx="7787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06FC0"/>
                </a:solidFill>
              </a:rPr>
              <a:t>JSP</a:t>
            </a:r>
            <a:r>
              <a:rPr sz="3600" spc="-215" dirty="0">
                <a:solidFill>
                  <a:srgbClr val="006FC0"/>
                </a:solidFill>
              </a:rPr>
              <a:t> </a:t>
            </a:r>
            <a:r>
              <a:rPr sz="3600" dirty="0">
                <a:solidFill>
                  <a:srgbClr val="006FC0"/>
                </a:solidFill>
              </a:rPr>
              <a:t>comments</a:t>
            </a:r>
            <a:r>
              <a:rPr sz="3600" spc="-60" dirty="0">
                <a:solidFill>
                  <a:srgbClr val="006FC0"/>
                </a:solidFill>
              </a:rPr>
              <a:t> </a:t>
            </a:r>
            <a:r>
              <a:rPr sz="3600" spc="-30" dirty="0">
                <a:solidFill>
                  <a:srgbClr val="006FC0"/>
                </a:solidFill>
              </a:rPr>
              <a:t>&lt;%-</a:t>
            </a:r>
            <a:r>
              <a:rPr sz="3600" dirty="0">
                <a:solidFill>
                  <a:srgbClr val="006FC0"/>
                </a:solidFill>
              </a:rPr>
              <a:t>-</a:t>
            </a:r>
            <a:r>
              <a:rPr sz="3600" spc="-30" dirty="0">
                <a:solidFill>
                  <a:srgbClr val="006FC0"/>
                </a:solidFill>
              </a:rPr>
              <a:t> </a:t>
            </a:r>
            <a:r>
              <a:rPr sz="3600" spc="-20" dirty="0">
                <a:solidFill>
                  <a:srgbClr val="006FC0"/>
                </a:solidFill>
              </a:rPr>
              <a:t>JSP</a:t>
            </a:r>
            <a:r>
              <a:rPr sz="3600" spc="-210" dirty="0">
                <a:solidFill>
                  <a:srgbClr val="006FC0"/>
                </a:solidFill>
              </a:rPr>
              <a:t> </a:t>
            </a:r>
            <a:r>
              <a:rPr sz="3600" spc="-25" dirty="0">
                <a:solidFill>
                  <a:srgbClr val="006FC0"/>
                </a:solidFill>
              </a:rPr>
              <a:t>comment-</a:t>
            </a:r>
            <a:r>
              <a:rPr sz="3600" spc="-20" dirty="0">
                <a:solidFill>
                  <a:srgbClr val="006FC0"/>
                </a:solidFill>
              </a:rPr>
              <a:t>-</a:t>
            </a:r>
            <a:r>
              <a:rPr sz="3600" spc="-25" dirty="0">
                <a:solidFill>
                  <a:srgbClr val="006FC0"/>
                </a:solidFill>
              </a:rPr>
              <a:t>%&gt;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831594" y="870128"/>
            <a:ext cx="5399405" cy="16675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Char char="•"/>
              <a:tabLst>
                <a:tab pos="241300" algn="l"/>
                <a:tab pos="2493645" algn="l"/>
              </a:tabLst>
            </a:pPr>
            <a:r>
              <a:rPr sz="2400" dirty="0">
                <a:latin typeface="Arial"/>
                <a:cs typeface="Arial"/>
              </a:rPr>
              <a:t>Tương tự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Calibri"/>
                <a:cs typeface="Calibri"/>
              </a:rPr>
              <a:t>HTML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comments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&lt;!-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HTML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JSP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comments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gởi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tới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duyệt</a:t>
            </a:r>
            <a:endParaRPr sz="24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5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Index.jsp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000" y="2589276"/>
            <a:ext cx="9296400" cy="310726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head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  <a:p>
            <a:pPr marL="192087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&lt;title&gt;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HTML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JSP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Comments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&lt;/title&gt;</a:t>
            </a:r>
            <a:endParaRPr sz="2000" dirty="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/head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  <a:p>
            <a:pPr marL="192087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&lt;h2&gt;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&lt;/h2&gt;</a:t>
            </a:r>
            <a:endParaRPr sz="2000" dirty="0">
              <a:latin typeface="Calibri"/>
              <a:cs typeface="Calibri"/>
            </a:endParaRPr>
          </a:p>
          <a:p>
            <a:pPr marL="192087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&lt;!-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HTML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Comment-</a:t>
            </a:r>
            <a:r>
              <a:rPr sz="2000" dirty="0">
                <a:latin typeface="Calibri"/>
                <a:cs typeface="Calibri"/>
              </a:rPr>
              <a:t>visible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source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</a:t>
            </a:r>
            <a:r>
              <a:rPr sz="2000" spc="-5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  <a:p>
            <a:pPr marL="1920875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&lt;%-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JSP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comment-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Not visible</a:t>
            </a:r>
            <a:r>
              <a:rPr sz="20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 page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 dirty="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/body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/html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994" y="90043"/>
            <a:ext cx="5998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6FC0"/>
                </a:solidFill>
              </a:rPr>
              <a:t>Ví</a:t>
            </a:r>
            <a:r>
              <a:rPr sz="4400" spc="-65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dụ</a:t>
            </a:r>
            <a:r>
              <a:rPr sz="4400" spc="-135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Trang</a:t>
            </a:r>
            <a:r>
              <a:rPr sz="4400" spc="-75" dirty="0">
                <a:solidFill>
                  <a:srgbClr val="006FC0"/>
                </a:solidFill>
              </a:rPr>
              <a:t> </a:t>
            </a:r>
            <a:r>
              <a:rPr sz="4400" b="0" dirty="0">
                <a:solidFill>
                  <a:srgbClr val="006FC0"/>
                </a:solidFill>
                <a:latin typeface="Calibri Light"/>
                <a:cs typeface="Calibri Light"/>
              </a:rPr>
              <a:t>JSP</a:t>
            </a:r>
            <a:r>
              <a:rPr sz="4400" b="0" spc="-35" dirty="0">
                <a:solidFill>
                  <a:srgbClr val="006FC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6FC0"/>
                </a:solidFill>
              </a:rPr>
              <a:t>đơn</a:t>
            </a:r>
            <a:r>
              <a:rPr sz="4400" spc="-60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giản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00237" y="681037"/>
            <a:ext cx="8391525" cy="5953125"/>
            <a:chOff x="1900237" y="681037"/>
            <a:chExt cx="8391525" cy="5953125"/>
          </a:xfrm>
        </p:grpSpPr>
        <p:sp>
          <p:nvSpPr>
            <p:cNvPr id="4" name="object 4"/>
            <p:cNvSpPr/>
            <p:nvPr/>
          </p:nvSpPr>
          <p:spPr>
            <a:xfrm>
              <a:off x="1905000" y="685800"/>
              <a:ext cx="8382000" cy="5943600"/>
            </a:xfrm>
            <a:custGeom>
              <a:avLst/>
              <a:gdLst/>
              <a:ahLst/>
              <a:cxnLst/>
              <a:rect l="l" t="t" r="r" b="b"/>
              <a:pathLst>
                <a:path w="8382000" h="5943600">
                  <a:moveTo>
                    <a:pt x="8382000" y="0"/>
                  </a:moveTo>
                  <a:lnTo>
                    <a:pt x="0" y="0"/>
                  </a:lnTo>
                  <a:lnTo>
                    <a:pt x="0" y="5943600"/>
                  </a:lnTo>
                  <a:lnTo>
                    <a:pt x="8382000" y="594360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BCD6ED">
                <a:alpha val="3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05000" y="685800"/>
              <a:ext cx="8382000" cy="5943600"/>
            </a:xfrm>
            <a:custGeom>
              <a:avLst/>
              <a:gdLst/>
              <a:ahLst/>
              <a:cxnLst/>
              <a:rect l="l" t="t" r="r" b="b"/>
              <a:pathLst>
                <a:path w="8382000" h="5943600">
                  <a:moveTo>
                    <a:pt x="0" y="5943600"/>
                  </a:moveTo>
                  <a:lnTo>
                    <a:pt x="8382000" y="5943600"/>
                  </a:lnTo>
                  <a:lnTo>
                    <a:pt x="8382000" y="0"/>
                  </a:lnTo>
                  <a:lnTo>
                    <a:pt x="0" y="0"/>
                  </a:lnTo>
                  <a:lnTo>
                    <a:pt x="0" y="5943600"/>
                  </a:lnTo>
                  <a:close/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83994" y="676402"/>
            <a:ext cx="683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994" y="955293"/>
            <a:ext cx="6995159" cy="200596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latin typeface="Calibri"/>
                <a:cs typeface="Calibri"/>
              </a:rPr>
              <a:t>&lt;head&gt;&lt;title&gt;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Wingdings"/>
                <a:cs typeface="Wingdings"/>
              </a:rPr>
              <a:t></a:t>
            </a:r>
            <a:r>
              <a:rPr sz="18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Random</a:t>
            </a:r>
            <a:r>
              <a:rPr sz="18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JSP</a:t>
            </a:r>
            <a:r>
              <a:rPr sz="18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Example</a:t>
            </a:r>
            <a:r>
              <a:rPr sz="18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Wingdings"/>
                <a:cs typeface="Wingdings"/>
              </a:rPr>
              <a:t></a:t>
            </a:r>
            <a:r>
              <a:rPr sz="1800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&lt;/title&gt;&lt;/head&gt;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70"/>
              </a:spcBef>
            </a:pPr>
            <a:r>
              <a:rPr sz="1800" dirty="0">
                <a:latin typeface="Calibri"/>
                <a:cs typeface="Calibri"/>
              </a:rPr>
              <a:t>&lt;body&gt; </a:t>
            </a:r>
            <a:r>
              <a:rPr sz="1800" spc="-10" dirty="0">
                <a:latin typeface="Calibri"/>
                <a:cs typeface="Calibri"/>
              </a:rPr>
              <a:t>&lt;center&gt;</a:t>
            </a:r>
            <a:endParaRPr sz="1800">
              <a:latin typeface="Calibri"/>
              <a:cs typeface="Calibri"/>
            </a:endParaRPr>
          </a:p>
          <a:p>
            <a:pPr marL="548640">
              <a:lnSpc>
                <a:spcPts val="1945"/>
              </a:lnSpc>
            </a:pPr>
            <a:r>
              <a:rPr sz="1800" spc="-25" dirty="0">
                <a:latin typeface="Calibri"/>
                <a:cs typeface="Calibri"/>
              </a:rPr>
              <a:t>&lt;%</a:t>
            </a:r>
            <a:endParaRPr sz="1800">
              <a:latin typeface="Calibri"/>
              <a:cs typeface="Calibri"/>
            </a:endParaRPr>
          </a:p>
          <a:p>
            <a:pPr marL="889000">
              <a:lnSpc>
                <a:spcPts val="1945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double</a:t>
            </a:r>
            <a:r>
              <a:rPr sz="18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EF"/>
                </a:solidFill>
                <a:latin typeface="Calibri"/>
                <a:cs typeface="Calibri"/>
              </a:rPr>
              <a:t>num</a:t>
            </a:r>
            <a:r>
              <a:rPr sz="1800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Math.random();</a:t>
            </a:r>
            <a:endParaRPr sz="1800">
              <a:latin typeface="Calibri"/>
              <a:cs typeface="Calibri"/>
            </a:endParaRPr>
          </a:p>
          <a:p>
            <a:pPr marL="889000">
              <a:lnSpc>
                <a:spcPts val="1945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AFEF"/>
                </a:solidFill>
                <a:latin typeface="Calibri"/>
                <a:cs typeface="Calibri"/>
              </a:rPr>
              <a:t>num</a:t>
            </a:r>
            <a:r>
              <a:rPr sz="1800" spc="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0.95)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74675">
              <a:lnSpc>
                <a:spcPts val="1950"/>
              </a:lnSpc>
            </a:pP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  <a:p>
            <a:pPr marL="1097280">
              <a:lnSpc>
                <a:spcPts val="2060"/>
              </a:lnSpc>
            </a:pPr>
            <a:r>
              <a:rPr sz="1800" spc="-10" dirty="0">
                <a:latin typeface="Calibri"/>
                <a:cs typeface="Calibri"/>
              </a:rPr>
              <a:t>&lt;h2&gt;You </a:t>
            </a:r>
            <a:r>
              <a:rPr sz="1800" dirty="0">
                <a:latin typeface="Calibri"/>
                <a:cs typeface="Calibri"/>
              </a:rPr>
              <a:t>are having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lucky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day!&lt;/h2&gt;</a:t>
            </a:r>
            <a:r>
              <a:rPr sz="1800" spc="4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&lt;p&gt;(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&lt;%=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EF"/>
                </a:solidFill>
                <a:latin typeface="Calibri"/>
                <a:cs typeface="Calibri"/>
              </a:rPr>
              <a:t>num</a:t>
            </a:r>
            <a:r>
              <a:rPr sz="1800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%&gt;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)&lt;/p&gt;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2961" y="2940557"/>
            <a:ext cx="1809114" cy="1013460"/>
          </a:xfrm>
          <a:prstGeom prst="rect">
            <a:avLst/>
          </a:prstGeom>
          <a:solidFill>
            <a:srgbClr val="BCD6ED">
              <a:alpha val="32156"/>
            </a:srgbClr>
          </a:solidFill>
          <a:ln w="2857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5580">
              <a:lnSpc>
                <a:spcPts val="1885"/>
              </a:lnSpc>
            </a:pPr>
            <a:r>
              <a:rPr sz="1800" spc="-25" dirty="0">
                <a:latin typeface="Calibri"/>
                <a:cs typeface="Calibri"/>
              </a:rPr>
              <a:t>&lt;%</a:t>
            </a:r>
            <a:endParaRPr sz="1800">
              <a:latin typeface="Calibri"/>
              <a:cs typeface="Calibri"/>
            </a:endParaRPr>
          </a:p>
          <a:p>
            <a:pPr marL="509905">
              <a:lnSpc>
                <a:spcPts val="1945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509905">
              <a:lnSpc>
                <a:spcPts val="1945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else</a:t>
            </a:r>
            <a:r>
              <a:rPr sz="1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95580">
              <a:lnSpc>
                <a:spcPts val="2050"/>
              </a:lnSpc>
            </a:pP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9082" y="3895725"/>
            <a:ext cx="3439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&lt;h2&gt;Well,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life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...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&lt;/h2&gt;</a:t>
            </a:r>
            <a:r>
              <a:rPr sz="1800" spc="459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&lt;p&gt;(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4818" y="3918965"/>
            <a:ext cx="1295400" cy="342900"/>
          </a:xfrm>
          <a:prstGeom prst="rect">
            <a:avLst/>
          </a:prstGeom>
          <a:solidFill>
            <a:srgbClr val="BCD6ED">
              <a:alpha val="32156"/>
            </a:srgbClr>
          </a:solidFill>
          <a:ln w="2857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2075"/>
              </a:lnSpc>
            </a:pPr>
            <a:r>
              <a:rPr sz="1800" dirty="0">
                <a:latin typeface="Calibri"/>
                <a:cs typeface="Calibri"/>
              </a:rPr>
              <a:t>&lt;%=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EF"/>
                </a:solidFill>
                <a:latin typeface="Calibri"/>
                <a:cs typeface="Calibri"/>
              </a:rPr>
              <a:t>num </a:t>
            </a: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3365" y="3895725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)&lt;/p&gt;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6010" y="4196334"/>
            <a:ext cx="1295400" cy="711835"/>
          </a:xfrm>
          <a:prstGeom prst="rect">
            <a:avLst/>
          </a:prstGeom>
          <a:solidFill>
            <a:srgbClr val="BCD6ED">
              <a:alpha val="32156"/>
            </a:srgbClr>
          </a:solidFill>
          <a:ln w="2857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22935" algn="ctr">
              <a:lnSpc>
                <a:spcPts val="1714"/>
              </a:lnSpc>
            </a:pPr>
            <a:r>
              <a:rPr sz="1800" spc="-25" dirty="0">
                <a:latin typeface="Calibri"/>
                <a:cs typeface="Calibri"/>
              </a:rPr>
              <a:t>&lt;%</a:t>
            </a:r>
            <a:endParaRPr sz="1800">
              <a:latin typeface="Calibri"/>
              <a:cs typeface="Calibri"/>
            </a:endParaRPr>
          </a:p>
          <a:p>
            <a:pPr marR="194945" algn="ctr">
              <a:lnSpc>
                <a:spcPts val="1945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R="624840" algn="ctr">
              <a:lnSpc>
                <a:spcPts val="1945"/>
              </a:lnSpc>
            </a:pP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3994" y="5033061"/>
            <a:ext cx="7533005" cy="11442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latin typeface="Calibri"/>
                <a:cs typeface="Calibri"/>
              </a:rPr>
              <a:t>&lt;a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href="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&lt;%=</a:t>
            </a:r>
            <a:r>
              <a:rPr sz="1800" spc="4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request.getRequestURI() </a:t>
            </a:r>
            <a:r>
              <a:rPr sz="1800" dirty="0">
                <a:latin typeface="Calibri"/>
                <a:cs typeface="Calibri"/>
              </a:rPr>
              <a:t>%&gt;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"&gt;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&lt;h3&gt;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Wingdings"/>
                <a:cs typeface="Wingdings"/>
              </a:rPr>
              <a:t>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&lt;/h3&gt;&lt;/a&gt;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800" spc="-10" dirty="0">
                <a:latin typeface="Calibri"/>
                <a:cs typeface="Calibri"/>
              </a:rPr>
              <a:t>&lt;/center&gt;&lt;/body&gt;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62961" y="1677161"/>
            <a:ext cx="6019800" cy="3785870"/>
          </a:xfrm>
          <a:custGeom>
            <a:avLst/>
            <a:gdLst/>
            <a:ahLst/>
            <a:cxnLst/>
            <a:rect l="l" t="t" r="r" b="b"/>
            <a:pathLst>
              <a:path w="6019800" h="3785870">
                <a:moveTo>
                  <a:pt x="0" y="990600"/>
                </a:moveTo>
                <a:lnTo>
                  <a:pt x="3657600" y="990600"/>
                </a:lnTo>
                <a:lnTo>
                  <a:pt x="36576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  <a:path w="6019800" h="3785870">
                <a:moveTo>
                  <a:pt x="4800599" y="1333500"/>
                </a:moveTo>
                <a:lnTo>
                  <a:pt x="6019799" y="1333500"/>
                </a:lnTo>
                <a:lnTo>
                  <a:pt x="6019799" y="990600"/>
                </a:lnTo>
                <a:lnTo>
                  <a:pt x="4800599" y="990600"/>
                </a:lnTo>
                <a:lnTo>
                  <a:pt x="4800599" y="1333500"/>
                </a:lnTo>
                <a:close/>
              </a:path>
              <a:path w="6019800" h="3785870">
                <a:moveTo>
                  <a:pt x="1016508" y="3785616"/>
                </a:moveTo>
                <a:lnTo>
                  <a:pt x="4207764" y="3785616"/>
                </a:lnTo>
                <a:lnTo>
                  <a:pt x="4207764" y="3442716"/>
                </a:lnTo>
                <a:lnTo>
                  <a:pt x="1016508" y="3442716"/>
                </a:lnTo>
                <a:lnTo>
                  <a:pt x="1016508" y="3785616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3417" y="3759"/>
            <a:ext cx="39484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FC0"/>
                </a:solidFill>
              </a:rPr>
              <a:t>Thẻ</a:t>
            </a:r>
            <a:r>
              <a:rPr sz="4000" spc="-40" dirty="0">
                <a:solidFill>
                  <a:srgbClr val="006FC0"/>
                </a:solidFill>
              </a:rPr>
              <a:t> </a:t>
            </a: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Scripting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31594" y="499617"/>
            <a:ext cx="8324215" cy="58019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chèn code Java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 </a:t>
            </a:r>
            <a:r>
              <a:rPr sz="2400" spc="-20" dirty="0">
                <a:latin typeface="Arial"/>
                <a:cs typeface="Arial"/>
              </a:rPr>
              <a:t>HTML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dạng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thẻ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Calibri"/>
                <a:cs typeface="Calibri"/>
              </a:rPr>
              <a:t>scripting: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b="1" spc="-10" dirty="0">
                <a:latin typeface="Calibri"/>
                <a:cs typeface="Calibri"/>
              </a:rPr>
              <a:t>Declaration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tag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&lt;%!</a:t>
            </a:r>
            <a:r>
              <a:rPr sz="2000" b="1" spc="4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Khai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báo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biến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phương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thức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Arial"/>
                <a:cs typeface="Arial"/>
              </a:rPr>
              <a:t>Ví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&lt;%!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FC0"/>
                </a:solidFill>
                <a:latin typeface="Calibri"/>
                <a:cs typeface="Calibri"/>
              </a:rPr>
              <a:t>int</a:t>
            </a:r>
            <a:r>
              <a:rPr sz="20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data=50;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926465" algn="l"/>
                <a:tab pos="9271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Expression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tag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&lt;%=</a:t>
            </a:r>
            <a:r>
              <a:rPr sz="2000" b="1" spc="4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biểu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thức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Arial"/>
                <a:cs typeface="Arial"/>
              </a:rPr>
              <a:t>Ví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dụ:</a:t>
            </a:r>
            <a:r>
              <a:rPr sz="2000" spc="395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&lt;%=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java.util.Calendar.getInstance().getTime()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480"/>
              </a:spcBef>
              <a:buAutoNum type="arabicPeriod" startAt="3"/>
              <a:tabLst>
                <a:tab pos="926465" algn="l"/>
                <a:tab pos="927100" algn="l"/>
              </a:tabLst>
            </a:pPr>
            <a:r>
              <a:rPr sz="2000" b="1" dirty="0">
                <a:latin typeface="Calibri"/>
                <a:cs typeface="Calibri"/>
              </a:rPr>
              <a:t>Directive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tag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&lt;%@</a:t>
            </a:r>
            <a:r>
              <a:rPr sz="20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directive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attribute="value"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490"/>
              </a:spcBef>
              <a:buAutoNum type="arabicPeriod" startAt="4"/>
              <a:tabLst>
                <a:tab pos="926465" algn="l"/>
                <a:tab pos="9271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Scriptlet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tag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&lt;%</a:t>
            </a:r>
            <a:r>
              <a:rPr sz="2000" b="1" spc="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java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source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;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05"/>
              </a:spcBef>
              <a:buAutoNum type="arabicPeriod" startAt="5"/>
              <a:tabLst>
                <a:tab pos="926465" algn="l"/>
                <a:tab pos="927100" algn="l"/>
              </a:tabLst>
            </a:pPr>
            <a:r>
              <a:rPr sz="2000" b="1" dirty="0">
                <a:latin typeface="Calibri"/>
                <a:cs typeface="Calibri"/>
              </a:rPr>
              <a:t>Action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tag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latin typeface="Calibri"/>
                <a:cs typeface="Calibri"/>
              </a:rPr>
              <a:t>&lt;jsp:action_name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attribute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"value"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/&gt;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latin typeface="Arial"/>
                <a:cs typeface="Arial"/>
              </a:rPr>
              <a:t>Ví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jsp:include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"date.jsp"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flush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"true"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/&gt;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005" y="48844"/>
            <a:ext cx="6098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7505" algn="l"/>
              </a:tabLst>
            </a:pPr>
            <a:r>
              <a:rPr sz="4000" dirty="0">
                <a:solidFill>
                  <a:srgbClr val="006FC0"/>
                </a:solidFill>
              </a:rPr>
              <a:t>Ví</a:t>
            </a:r>
            <a:r>
              <a:rPr sz="4000" spc="-50" dirty="0">
                <a:solidFill>
                  <a:srgbClr val="006FC0"/>
                </a:solidFill>
              </a:rPr>
              <a:t> </a:t>
            </a:r>
            <a:r>
              <a:rPr sz="4000" spc="-25" dirty="0">
                <a:solidFill>
                  <a:srgbClr val="006FC0"/>
                </a:solidFill>
              </a:rPr>
              <a:t>dụ:</a:t>
            </a:r>
            <a:r>
              <a:rPr sz="4000" dirty="0">
                <a:solidFill>
                  <a:srgbClr val="006FC0"/>
                </a:solidFill>
              </a:rPr>
              <a:t>	Thẻ</a:t>
            </a:r>
            <a:r>
              <a:rPr sz="4000" spc="-55" dirty="0">
                <a:solidFill>
                  <a:srgbClr val="006FC0"/>
                </a:solidFill>
              </a:rPr>
              <a:t> </a:t>
            </a: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Declaration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30323" y="3396297"/>
            <a:ext cx="5288280" cy="3171825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4"/>
              </a:spcBef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b="1" spc="-25" dirty="0">
                <a:latin typeface="Calibri"/>
                <a:cs typeface="Calibri"/>
              </a:rPr>
              <a:t>&lt;</a:t>
            </a:r>
            <a:r>
              <a:rPr sz="2000" spc="-25" dirty="0">
                <a:latin typeface="Calibri"/>
                <a:cs typeface="Calibri"/>
              </a:rPr>
              <a:t>%!</a:t>
            </a:r>
            <a:endParaRPr sz="2000">
              <a:latin typeface="Calibri"/>
              <a:cs typeface="Calibri"/>
            </a:endParaRPr>
          </a:p>
          <a:p>
            <a:pPr marL="191960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int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cube(int</a:t>
            </a:r>
            <a:r>
              <a:rPr sz="2000" spc="-25" dirty="0">
                <a:latin typeface="Calibri"/>
                <a:cs typeface="Calibri"/>
              </a:rPr>
              <a:t> n){</a:t>
            </a:r>
            <a:endParaRPr sz="2000">
              <a:latin typeface="Calibri"/>
              <a:cs typeface="Calibri"/>
            </a:endParaRPr>
          </a:p>
          <a:p>
            <a:pPr marL="283400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n*n*n*;</a:t>
            </a:r>
            <a:endParaRPr sz="2000">
              <a:latin typeface="Calibri"/>
              <a:cs typeface="Calibri"/>
            </a:endParaRPr>
          </a:p>
          <a:p>
            <a:pPr marL="191960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spc="-25" dirty="0">
                <a:latin typeface="Calibri"/>
                <a:cs typeface="Calibri"/>
              </a:rPr>
              <a:t>%</a:t>
            </a:r>
            <a:r>
              <a:rPr sz="2000" b="1" spc="-25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&lt;</a:t>
            </a:r>
            <a:r>
              <a:rPr sz="2000" dirty="0">
                <a:latin typeface="Calibri"/>
                <a:cs typeface="Calibri"/>
              </a:rPr>
              <a:t>%=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"Cube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is:“ +cube(3)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%</a:t>
            </a:r>
            <a:r>
              <a:rPr sz="2000" b="1" spc="-25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7837" y="3043555"/>
            <a:ext cx="805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test2.jsp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9716" y="1104900"/>
            <a:ext cx="7854950" cy="1938655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&lt;</a:t>
            </a:r>
            <a:r>
              <a:rPr sz="2000" dirty="0">
                <a:latin typeface="Calibri"/>
                <a:cs typeface="Calibri"/>
              </a:rPr>
              <a:t>%!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FC0"/>
                </a:solidFill>
                <a:latin typeface="Calibri"/>
                <a:cs typeface="Calibri"/>
              </a:rPr>
              <a:t>int</a:t>
            </a:r>
            <a:r>
              <a:rPr sz="20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data=50;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%</a:t>
            </a:r>
            <a:r>
              <a:rPr sz="2000" b="1" spc="-25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&lt;</a:t>
            </a:r>
            <a:r>
              <a:rPr sz="2000" dirty="0">
                <a:latin typeface="Calibri"/>
                <a:cs typeface="Calibri"/>
              </a:rPr>
              <a:t>%=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"Value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variable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is:"+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%</a:t>
            </a:r>
            <a:r>
              <a:rPr sz="2000" b="1" spc="-25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323" y="780034"/>
            <a:ext cx="80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test1.jsp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005" y="48844"/>
            <a:ext cx="5836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FC0"/>
                </a:solidFill>
              </a:rPr>
              <a:t>Ví</a:t>
            </a:r>
            <a:r>
              <a:rPr sz="4000" spc="-65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dụ</a:t>
            </a:r>
            <a:r>
              <a:rPr sz="4000" spc="-20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:</a:t>
            </a:r>
            <a:r>
              <a:rPr sz="4000" spc="-95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Thẻ</a:t>
            </a:r>
            <a:r>
              <a:rPr sz="4000" spc="-45" dirty="0">
                <a:solidFill>
                  <a:srgbClr val="006FC0"/>
                </a:solidFill>
              </a:rPr>
              <a:t> </a:t>
            </a: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expression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47800" y="1395983"/>
            <a:ext cx="4318000" cy="1632585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&lt;</a:t>
            </a:r>
            <a:r>
              <a:rPr sz="2000" dirty="0">
                <a:latin typeface="Calibri"/>
                <a:cs typeface="Calibri"/>
              </a:rPr>
              <a:t>%=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"welcome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jsp"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%</a:t>
            </a:r>
            <a:r>
              <a:rPr sz="2000" b="1" spc="-25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9278" y="1098550"/>
            <a:ext cx="80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test1.jsp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7800" y="3429000"/>
            <a:ext cx="7421880" cy="1938655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&lt;</a:t>
            </a:r>
            <a:r>
              <a:rPr sz="2000" dirty="0">
                <a:latin typeface="Calibri"/>
                <a:cs typeface="Calibri"/>
              </a:rPr>
              <a:t>%=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java.util.Calendar.getInstance().getTime()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tabLst>
                <a:tab pos="1005205" algn="l"/>
              </a:tabLst>
            </a:pPr>
            <a:r>
              <a:rPr sz="2000" spc="-25" dirty="0">
                <a:latin typeface="Calibri"/>
                <a:cs typeface="Calibri"/>
              </a:rPr>
              <a:t>%</a:t>
            </a:r>
            <a:r>
              <a:rPr sz="2000" b="1" spc="-25" dirty="0">
                <a:latin typeface="Calibri"/>
                <a:cs typeface="Calibri"/>
              </a:rPr>
              <a:t>&gt;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&lt;%=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java.util.Date()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9278" y="3131566"/>
            <a:ext cx="80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test2.jsp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005" y="48844"/>
            <a:ext cx="5836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7505" algn="l"/>
              </a:tabLst>
            </a:pPr>
            <a:r>
              <a:rPr sz="4000" dirty="0">
                <a:solidFill>
                  <a:srgbClr val="006FC0"/>
                </a:solidFill>
              </a:rPr>
              <a:t>Ví</a:t>
            </a:r>
            <a:r>
              <a:rPr sz="4000" spc="-50" dirty="0">
                <a:solidFill>
                  <a:srgbClr val="006FC0"/>
                </a:solidFill>
              </a:rPr>
              <a:t> </a:t>
            </a:r>
            <a:r>
              <a:rPr sz="4000" spc="-25" dirty="0">
                <a:solidFill>
                  <a:srgbClr val="006FC0"/>
                </a:solidFill>
              </a:rPr>
              <a:t>dụ:</a:t>
            </a:r>
            <a:r>
              <a:rPr sz="4000" dirty="0">
                <a:solidFill>
                  <a:srgbClr val="006FC0"/>
                </a:solidFill>
              </a:rPr>
              <a:t>	Thẻ</a:t>
            </a:r>
            <a:r>
              <a:rPr sz="4000" spc="-55" dirty="0">
                <a:solidFill>
                  <a:srgbClr val="006FC0"/>
                </a:solidFill>
              </a:rPr>
              <a:t> </a:t>
            </a: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expression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66800" y="964865"/>
            <a:ext cx="5266190" cy="3108543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tabLst>
                <a:tab pos="1242695" algn="l"/>
              </a:tabLst>
            </a:pPr>
            <a:r>
              <a:rPr sz="2000" b="1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form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2000" spc="-10" dirty="0">
                <a:latin typeface="Calibri"/>
                <a:cs typeface="Calibri"/>
              </a:rPr>
              <a:t>=“welcome.jsp“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  <a:tabLst>
                <a:tab pos="3517265" algn="l"/>
              </a:tabLst>
            </a:pPr>
            <a:r>
              <a:rPr sz="2000" b="1" dirty="0">
                <a:latin typeface="Calibri"/>
                <a:cs typeface="Calibri"/>
              </a:rPr>
              <a:t>&lt;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input</a:t>
            </a:r>
            <a:r>
              <a:rPr sz="20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sz="2000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=“text"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name="uname“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  <a:tabLst>
                <a:tab pos="3538220" algn="l"/>
              </a:tabLst>
            </a:pPr>
            <a:r>
              <a:rPr sz="2000" b="1" dirty="0">
                <a:latin typeface="Calibri"/>
                <a:cs typeface="Calibri"/>
              </a:rPr>
              <a:t>&lt;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input</a:t>
            </a:r>
            <a:r>
              <a:rPr sz="20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sz="2000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=“submit"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value="go"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2000" b="1" spc="-20" dirty="0">
                <a:latin typeface="Calibri"/>
                <a:cs typeface="Calibri"/>
              </a:rPr>
              <a:t>&lt;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br</a:t>
            </a:r>
            <a:r>
              <a:rPr sz="2000" b="1" spc="-2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form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b="1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8278" y="667432"/>
            <a:ext cx="108502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index.jsp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7280" y="4430442"/>
            <a:ext cx="7823404" cy="1569019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35"/>
              </a:spcBef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100647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&lt;%= </a:t>
            </a:r>
            <a:r>
              <a:rPr sz="2000" spc="-10" dirty="0">
                <a:latin typeface="Calibri"/>
                <a:cs typeface="Calibri"/>
              </a:rPr>
              <a:t>“Welcome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request.getParameter("uname")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%&gt;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body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&lt;/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html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522" y="4105576"/>
            <a:ext cx="153847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welcome.jsp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81000"/>
            <a:ext cx="7866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83095" algn="l"/>
              </a:tabLst>
            </a:pPr>
            <a:r>
              <a:rPr sz="3600" dirty="0">
                <a:solidFill>
                  <a:srgbClr val="006FC0"/>
                </a:solidFill>
              </a:rPr>
              <a:t>3.</a:t>
            </a:r>
            <a:r>
              <a:rPr sz="3600" spc="-35" dirty="0">
                <a:solidFill>
                  <a:srgbClr val="006FC0"/>
                </a:solidFill>
              </a:rPr>
              <a:t> </a:t>
            </a:r>
            <a:r>
              <a:rPr sz="3600" dirty="0">
                <a:solidFill>
                  <a:srgbClr val="006FC0"/>
                </a:solidFill>
              </a:rPr>
              <a:t>Directive</a:t>
            </a:r>
            <a:r>
              <a:rPr sz="3600" spc="-20" dirty="0">
                <a:solidFill>
                  <a:srgbClr val="006FC0"/>
                </a:solidFill>
              </a:rPr>
              <a:t> </a:t>
            </a:r>
            <a:r>
              <a:rPr sz="3600" dirty="0">
                <a:solidFill>
                  <a:srgbClr val="006FC0"/>
                </a:solidFill>
              </a:rPr>
              <a:t>tag</a:t>
            </a:r>
            <a:r>
              <a:rPr sz="3600" spc="-20" dirty="0">
                <a:solidFill>
                  <a:srgbClr val="006FC0"/>
                </a:solidFill>
              </a:rPr>
              <a:t> </a:t>
            </a:r>
            <a:r>
              <a:rPr sz="3600" dirty="0">
                <a:solidFill>
                  <a:srgbClr val="006FC0"/>
                </a:solidFill>
              </a:rPr>
              <a:t>(&lt;%@</a:t>
            </a:r>
            <a:r>
              <a:rPr sz="3600" spc="-15" dirty="0">
                <a:solidFill>
                  <a:srgbClr val="006FC0"/>
                </a:solidFill>
              </a:rPr>
              <a:t> </a:t>
            </a:r>
            <a:r>
              <a:rPr sz="3600" spc="-10" dirty="0">
                <a:solidFill>
                  <a:srgbClr val="006FC0"/>
                </a:solidFill>
              </a:rPr>
              <a:t>directive….</a:t>
            </a:r>
            <a:r>
              <a:rPr sz="3600" dirty="0">
                <a:solidFill>
                  <a:srgbClr val="006FC0"/>
                </a:solidFill>
              </a:rPr>
              <a:t>	</a:t>
            </a:r>
            <a:r>
              <a:rPr sz="3600" spc="-25" dirty="0">
                <a:solidFill>
                  <a:srgbClr val="006FC0"/>
                </a:solidFill>
              </a:rPr>
              <a:t>%&gt;)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143000"/>
            <a:ext cx="9829800" cy="212534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Chuyển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tới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trình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chứa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yêu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cầu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cách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thức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chuyển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jsp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vào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servlet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2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 </a:t>
            </a:r>
            <a:r>
              <a:rPr sz="2400" spc="-20" dirty="0">
                <a:latin typeface="Arial"/>
                <a:cs typeface="Arial"/>
              </a:rPr>
              <a:t>dạng</a:t>
            </a:r>
            <a:r>
              <a:rPr sz="2400" spc="-2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84885" lvl="1" indent="-51562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page</a:t>
            </a:r>
            <a:r>
              <a:rPr sz="20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Xử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lý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trang</a:t>
            </a:r>
            <a:endParaRPr sz="2000" dirty="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Include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kèm</a:t>
            </a:r>
            <a:endParaRPr sz="2000" dirty="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000" b="1" spc="-25" dirty="0">
                <a:solidFill>
                  <a:srgbClr val="006FC0"/>
                </a:solidFill>
                <a:latin typeface="Calibri"/>
                <a:cs typeface="Calibri"/>
              </a:rPr>
              <a:t>Tag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library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:</a:t>
            </a:r>
            <a:r>
              <a:rPr sz="20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thư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viện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dụng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138811"/>
            <a:ext cx="4560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37030" algn="l"/>
              </a:tabLst>
            </a:pPr>
            <a:r>
              <a:rPr sz="4000" dirty="0">
                <a:solidFill>
                  <a:srgbClr val="006FC0"/>
                </a:solidFill>
              </a:rPr>
              <a:t>Ví</a:t>
            </a:r>
            <a:r>
              <a:rPr sz="4000" spc="-50" dirty="0">
                <a:solidFill>
                  <a:srgbClr val="006FC0"/>
                </a:solidFill>
              </a:rPr>
              <a:t> </a:t>
            </a:r>
            <a:r>
              <a:rPr sz="4000" spc="-25" dirty="0">
                <a:solidFill>
                  <a:srgbClr val="006FC0"/>
                </a:solidFill>
              </a:rPr>
              <a:t>dụ:</a:t>
            </a:r>
            <a:r>
              <a:rPr sz="4000" dirty="0">
                <a:solidFill>
                  <a:srgbClr val="006FC0"/>
                </a:solidFill>
              </a:rPr>
              <a:t>	</a:t>
            </a:r>
            <a:r>
              <a:rPr sz="4000" spc="-20" dirty="0">
                <a:solidFill>
                  <a:srgbClr val="006FC0"/>
                </a:solidFill>
              </a:rPr>
              <a:t>JSP</a:t>
            </a:r>
            <a:r>
              <a:rPr sz="4000" spc="-229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Directive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4400" y="773811"/>
            <a:ext cx="8077200" cy="3175228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java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packages</a:t>
            </a:r>
            <a:endParaRPr sz="2400" dirty="0">
              <a:latin typeface="Calibri"/>
              <a:cs typeface="Calibri"/>
            </a:endParaRPr>
          </a:p>
          <a:p>
            <a:pPr marL="469900" marR="62992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&lt;%@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page</a:t>
            </a:r>
            <a:r>
              <a:rPr sz="2400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import="java.util.*, </a:t>
            </a:r>
            <a:r>
              <a:rPr sz="2400" dirty="0">
                <a:latin typeface="Calibri"/>
                <a:cs typeface="Calibri"/>
              </a:rPr>
              <a:t>java.sql.*"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statements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&lt;%@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page</a:t>
            </a:r>
            <a:r>
              <a:rPr sz="2400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import="java.util.*"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&lt;%@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page </a:t>
            </a:r>
            <a:r>
              <a:rPr sz="2400" spc="-10" dirty="0">
                <a:latin typeface="Calibri"/>
                <a:cs typeface="Calibri"/>
              </a:rPr>
              <a:t>import="java.sql.*"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"/>
                <a:cs typeface="Arial"/>
              </a:rPr>
              <a:t>Include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Arial"/>
                <a:cs typeface="Arial"/>
              </a:rPr>
              <a:t>tại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thời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điểm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 </a:t>
            </a:r>
            <a:r>
              <a:rPr sz="2400" spc="-25" dirty="0">
                <a:latin typeface="Arial"/>
                <a:cs typeface="Arial"/>
              </a:rPr>
              <a:t>dịc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&lt;%@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include</a:t>
            </a:r>
            <a:r>
              <a:rPr sz="2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file="header.html"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90A2E-E85D-4F42-F326-8145E3873DF3}"/>
              </a:ext>
            </a:extLst>
          </p:cNvPr>
          <p:cNvSpPr/>
          <p:nvPr/>
        </p:nvSpPr>
        <p:spPr bwMode="auto">
          <a:xfrm>
            <a:off x="3581400" y="4190999"/>
            <a:ext cx="4876800" cy="1938992"/>
          </a:xfrm>
          <a:prstGeom prst="rect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</a:pPr>
            <a:r>
              <a:rPr lang="fr-FR" sz="2000" dirty="0">
                <a:latin typeface="Calibri"/>
                <a:cs typeface="Calibri"/>
              </a:rPr>
              <a:t>&lt;%@page</a:t>
            </a:r>
            <a:r>
              <a:rPr lang="fr-FR" sz="2000" spc="-95" dirty="0">
                <a:latin typeface="Calibri"/>
                <a:cs typeface="Calibri"/>
              </a:rPr>
              <a:t> </a:t>
            </a:r>
            <a:r>
              <a:rPr lang="fr-FR" sz="2000" b="1" spc="-10" dirty="0">
                <a:latin typeface="Calibri"/>
                <a:cs typeface="Calibri"/>
              </a:rPr>
              <a:t>import</a:t>
            </a:r>
            <a:r>
              <a:rPr lang="fr-FR" sz="2000" spc="-10" dirty="0">
                <a:latin typeface="Calibri"/>
                <a:cs typeface="Calibri"/>
              </a:rPr>
              <a:t>="</a:t>
            </a:r>
            <a:r>
              <a:rPr lang="fr-FR" sz="2000" spc="-10" dirty="0" err="1">
                <a:latin typeface="Calibri"/>
                <a:cs typeface="Calibri"/>
              </a:rPr>
              <a:t>java.util.Date</a:t>
            </a:r>
            <a:r>
              <a:rPr lang="fr-FR" sz="2000" spc="-10" dirty="0">
                <a:latin typeface="Calibri"/>
                <a:cs typeface="Calibri"/>
              </a:rPr>
              <a:t>” %&gt;</a:t>
            </a:r>
            <a:endParaRPr lang="fr-FR" sz="2000" dirty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2000" spc="-35" dirty="0">
                <a:latin typeface="Calibri"/>
                <a:cs typeface="Calibri"/>
              </a:rPr>
              <a:t>Today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is: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&lt;%=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new</a:t>
            </a:r>
            <a:r>
              <a:rPr lang="en-US" sz="2000" b="1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Date()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%&gt;</a:t>
            </a:r>
            <a:endParaRPr lang="en-US" sz="2000" dirty="0">
              <a:latin typeface="Calibri"/>
              <a:cs typeface="Calibri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/>
          </a:p>
          <a:p>
            <a:pPr>
              <a:spcBef>
                <a:spcPts val="0"/>
              </a:spcBef>
            </a:pPr>
            <a:r>
              <a:rPr lang="en-US" sz="2000" dirty="0">
                <a:latin typeface="Calibri"/>
                <a:cs typeface="Calibri"/>
              </a:rPr>
              <a:t>&lt;%@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include=“test.html"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%&gt;</a:t>
            </a:r>
            <a:endParaRPr lang="en-US" sz="2000" dirty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2000" spc="-35" dirty="0">
                <a:latin typeface="Calibri"/>
                <a:cs typeface="Calibri"/>
              </a:rPr>
              <a:t>Today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is: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&lt;%=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new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Date()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%&gt;</a:t>
            </a:r>
            <a:endParaRPr lang="en-US" sz="2000" dirty="0">
              <a:latin typeface="Calibri"/>
              <a:cs typeface="Calibri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005" y="48844"/>
            <a:ext cx="5293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FC0"/>
                </a:solidFill>
              </a:rPr>
              <a:t>Ví</a:t>
            </a:r>
            <a:r>
              <a:rPr sz="4000" spc="-80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dụ:</a:t>
            </a:r>
            <a:r>
              <a:rPr sz="4000" spc="-105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Thẻ</a:t>
            </a:r>
            <a:r>
              <a:rPr sz="4000" spc="-40" dirty="0">
                <a:solidFill>
                  <a:srgbClr val="006FC0"/>
                </a:solidFill>
              </a:rPr>
              <a:t> </a:t>
            </a: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Scriptlet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307145" y="1316545"/>
            <a:ext cx="5987989" cy="2595880"/>
            <a:chOff x="2307145" y="1316545"/>
            <a:chExt cx="4327525" cy="2595880"/>
          </a:xfrm>
        </p:grpSpPr>
        <p:sp>
          <p:nvSpPr>
            <p:cNvPr id="4" name="object 4"/>
            <p:cNvSpPr/>
            <p:nvPr/>
          </p:nvSpPr>
          <p:spPr>
            <a:xfrm>
              <a:off x="2311907" y="1321308"/>
              <a:ext cx="4318000" cy="2586355"/>
            </a:xfrm>
            <a:custGeom>
              <a:avLst/>
              <a:gdLst/>
              <a:ahLst/>
              <a:cxnLst/>
              <a:rect l="l" t="t" r="r" b="b"/>
              <a:pathLst>
                <a:path w="4318000" h="2586354">
                  <a:moveTo>
                    <a:pt x="4317492" y="0"/>
                  </a:moveTo>
                  <a:lnTo>
                    <a:pt x="0" y="0"/>
                  </a:lnTo>
                  <a:lnTo>
                    <a:pt x="0" y="2586228"/>
                  </a:lnTo>
                  <a:lnTo>
                    <a:pt x="4317492" y="2586228"/>
                  </a:lnTo>
                  <a:lnTo>
                    <a:pt x="431749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11907" y="1321308"/>
              <a:ext cx="4318000" cy="2586355"/>
            </a:xfrm>
            <a:custGeom>
              <a:avLst/>
              <a:gdLst/>
              <a:ahLst/>
              <a:cxnLst/>
              <a:rect l="l" t="t" r="r" b="b"/>
              <a:pathLst>
                <a:path w="4318000" h="2586354">
                  <a:moveTo>
                    <a:pt x="0" y="2586228"/>
                  </a:moveTo>
                  <a:lnTo>
                    <a:pt x="4317492" y="2586228"/>
                  </a:lnTo>
                  <a:lnTo>
                    <a:pt x="4317492" y="0"/>
                  </a:lnTo>
                  <a:lnTo>
                    <a:pt x="0" y="0"/>
                  </a:lnTo>
                  <a:lnTo>
                    <a:pt x="0" y="2586228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03348" y="1614042"/>
            <a:ext cx="586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&lt;form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0108" y="1639523"/>
            <a:ext cx="4683253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1800" dirty="0">
                <a:latin typeface="Calibri"/>
                <a:cs typeface="Calibri"/>
              </a:rPr>
              <a:t>="welcome.jsp“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&gt;</a:t>
            </a:r>
            <a:endParaRPr sz="1800" dirty="0">
              <a:latin typeface="Calibri"/>
              <a:cs typeface="Calibri"/>
            </a:endParaRPr>
          </a:p>
          <a:p>
            <a:r>
              <a:rPr sz="1800" b="1" dirty="0">
                <a:latin typeface="Calibri"/>
                <a:cs typeface="Calibri"/>
              </a:rPr>
              <a:t>&lt;input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lang="en-US"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="text"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name="</a:t>
            </a:r>
            <a:r>
              <a:rPr lang="en-US" sz="1800" dirty="0" err="1">
                <a:latin typeface="Calibri"/>
                <a:cs typeface="Calibri"/>
              </a:rPr>
              <a:t>uname</a:t>
            </a:r>
            <a:r>
              <a:rPr lang="en-US" sz="1800" dirty="0">
                <a:latin typeface="Calibri"/>
                <a:cs typeface="Calibri"/>
              </a:rPr>
              <a:t>“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b="1" spc="-50" dirty="0">
                <a:latin typeface="Calibri"/>
                <a:cs typeface="Calibri"/>
              </a:rPr>
              <a:t>&gt;</a:t>
            </a:r>
          </a:p>
          <a:p>
            <a:r>
              <a:rPr lang="en-US" sz="1800" b="1" dirty="0">
                <a:latin typeface="Calibri"/>
                <a:cs typeface="Calibri"/>
              </a:rPr>
              <a:t>&lt;input</a:t>
            </a:r>
            <a:r>
              <a:rPr lang="en-US" sz="1800" b="1" spc="-20" dirty="0">
                <a:latin typeface="Calibri"/>
                <a:cs typeface="Calibri"/>
              </a:rPr>
              <a:t> </a:t>
            </a:r>
            <a:r>
              <a:rPr lang="en-US" sz="1800" spc="-20" dirty="0">
                <a:solidFill>
                  <a:srgbClr val="FF0000"/>
                </a:solidFill>
                <a:latin typeface="Calibri"/>
                <a:cs typeface="Calibri"/>
              </a:rPr>
              <a:t>type </a:t>
            </a:r>
            <a:r>
              <a:rPr lang="en-US" sz="1800" spc="-10" dirty="0">
                <a:latin typeface="Calibri"/>
                <a:cs typeface="Calibri"/>
              </a:rPr>
              <a:t>="submit“ value="go"</a:t>
            </a:r>
            <a:r>
              <a:rPr lang="en-US" sz="1800" b="1" spc="-10" dirty="0">
                <a:latin typeface="Calibri"/>
                <a:cs typeface="Calibri"/>
              </a:rPr>
              <a:t>&gt; </a:t>
            </a:r>
            <a:r>
              <a:rPr lang="en-US" sz="1800" b="1" spc="-20" dirty="0">
                <a:latin typeface="Calibri"/>
                <a:cs typeface="Calibri"/>
              </a:rPr>
              <a:t>&lt;</a:t>
            </a:r>
            <a:r>
              <a:rPr lang="en-US" sz="1800" b="1" spc="-20" dirty="0" err="1">
                <a:latin typeface="Calibri"/>
                <a:cs typeface="Calibri"/>
              </a:rPr>
              <a:t>br</a:t>
            </a:r>
            <a:r>
              <a:rPr lang="en-US" sz="1800" b="1" spc="-20" dirty="0">
                <a:latin typeface="Calibri"/>
                <a:cs typeface="Calibri"/>
              </a:rPr>
              <a:t>&gt;</a:t>
            </a:r>
            <a:endParaRPr lang="en-US" sz="1800" dirty="0">
              <a:latin typeface="Calibri"/>
              <a:cs typeface="Calibri"/>
            </a:endParaRPr>
          </a:p>
          <a:p>
            <a:endParaRPr lang="en-US"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3348" y="981028"/>
            <a:ext cx="149352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43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index.html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4"/>
              </a:spcBef>
            </a:pPr>
            <a:r>
              <a:rPr sz="1800" b="1" dirty="0">
                <a:latin typeface="Calibri"/>
                <a:cs typeface="Calibri"/>
              </a:rPr>
              <a:t>&lt;html&gt;</a:t>
            </a:r>
            <a:r>
              <a:rPr sz="1800" b="1" spc="3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1040" y="3923001"/>
            <a:ext cx="33116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i="1" spc="-10" dirty="0" err="1">
                <a:solidFill>
                  <a:srgbClr val="C00000"/>
                </a:solidFill>
                <a:latin typeface="Calibri"/>
                <a:cs typeface="Calibri"/>
              </a:rPr>
              <a:t>welcome.jsp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6000" y="4174235"/>
            <a:ext cx="7856220" cy="194056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000" b="1" dirty="0">
                <a:latin typeface="Calibri"/>
                <a:cs typeface="Calibri"/>
              </a:rPr>
              <a:t>&lt;html&gt;</a:t>
            </a:r>
            <a:r>
              <a:rPr sz="2000" b="1" spc="4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&lt;body&gt;</a:t>
            </a:r>
            <a:endParaRPr sz="2000" dirty="0">
              <a:latin typeface="Calibri"/>
              <a:cs typeface="Calibri"/>
            </a:endParaRPr>
          </a:p>
          <a:p>
            <a:pPr marL="1006475">
              <a:lnSpc>
                <a:spcPct val="100000"/>
              </a:lnSpc>
              <a:tabLst>
                <a:tab pos="1485900" algn="l"/>
              </a:tabLst>
            </a:pPr>
            <a:r>
              <a:rPr sz="2000" spc="-25" dirty="0">
                <a:latin typeface="Calibri"/>
                <a:cs typeface="Calibri"/>
              </a:rPr>
              <a:t>&lt;%</a:t>
            </a:r>
            <a:r>
              <a:rPr sz="2000" dirty="0">
                <a:latin typeface="Calibri"/>
                <a:cs typeface="Calibri"/>
              </a:rPr>
              <a:t>	String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name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request.getParameter("uname");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 dirty="0">
              <a:latin typeface="Calibri"/>
              <a:cs typeface="Calibri"/>
            </a:endParaRPr>
          </a:p>
          <a:p>
            <a:pPr marL="100647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out.print("welcome </a:t>
            </a:r>
            <a:r>
              <a:rPr sz="2000" dirty="0">
                <a:latin typeface="Calibri"/>
                <a:cs typeface="Calibri"/>
              </a:rPr>
              <a:t>:“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 name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);</a:t>
            </a:r>
            <a:endParaRPr sz="2000" dirty="0">
              <a:latin typeface="Calibri"/>
              <a:cs typeface="Calibri"/>
            </a:endParaRPr>
          </a:p>
          <a:p>
            <a:pPr marL="1006475">
              <a:lnSpc>
                <a:spcPct val="100000"/>
              </a:lnSpc>
            </a:pPr>
            <a:r>
              <a:rPr sz="2000" spc="-25" dirty="0">
                <a:latin typeface="Calibri"/>
                <a:cs typeface="Calibri"/>
              </a:rPr>
              <a:t>%&gt;</a:t>
            </a:r>
            <a:endParaRPr sz="2000" dirty="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&lt;/body&gt;</a:t>
            </a:r>
            <a:r>
              <a:rPr sz="2000" b="1" spc="4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&lt;/html&gt;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BDCCFCB-CD88-E973-8B89-CBB0E319B533}"/>
              </a:ext>
            </a:extLst>
          </p:cNvPr>
          <p:cNvSpPr txBox="1"/>
          <p:nvPr/>
        </p:nvSpPr>
        <p:spPr>
          <a:xfrm>
            <a:off x="2416126" y="2610992"/>
            <a:ext cx="2155874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&lt;</a:t>
            </a:r>
            <a:r>
              <a:rPr lang="en-US" sz="1800" b="1" spc="-10" dirty="0">
                <a:latin typeface="Calibri"/>
                <a:cs typeface="Calibri"/>
              </a:rPr>
              <a:t>/</a:t>
            </a:r>
            <a:r>
              <a:rPr sz="1800" b="1" spc="-10" dirty="0">
                <a:latin typeface="Calibri"/>
                <a:cs typeface="Calibri"/>
              </a:rPr>
              <a:t>form</a:t>
            </a:r>
            <a:r>
              <a:rPr lang="en-US" sz="1800" b="1" spc="-10" dirty="0">
                <a:latin typeface="Calibri"/>
                <a:cs typeface="Calibri"/>
              </a:rPr>
              <a:t>&gt;</a:t>
            </a:r>
          </a:p>
          <a:p>
            <a:pPr>
              <a:spcBef>
                <a:spcPts val="100"/>
              </a:spcBef>
            </a:pPr>
            <a:r>
              <a:rPr lang="en-US" sz="1800" b="1" dirty="0">
                <a:latin typeface="Calibri"/>
                <a:cs typeface="Calibri"/>
              </a:rPr>
              <a:t>&lt;/body&gt;</a:t>
            </a:r>
            <a:r>
              <a:rPr lang="en-US" sz="1800" b="1" spc="380" dirty="0">
                <a:latin typeface="Calibri"/>
                <a:cs typeface="Calibri"/>
              </a:rPr>
              <a:t> </a:t>
            </a:r>
            <a:r>
              <a:rPr lang="en-US" sz="1800" b="1" spc="-10" dirty="0">
                <a:latin typeface="Calibri"/>
                <a:cs typeface="Calibri"/>
              </a:rPr>
              <a:t>&lt;/html&gt;</a:t>
            </a:r>
            <a:endParaRPr lang="en-US"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138811"/>
            <a:ext cx="2862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FC0"/>
                </a:solidFill>
              </a:rPr>
              <a:t>5.</a:t>
            </a:r>
            <a:r>
              <a:rPr sz="4000" spc="-250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Action</a:t>
            </a:r>
            <a:r>
              <a:rPr sz="4000" spc="-170" dirty="0">
                <a:solidFill>
                  <a:srgbClr val="006FC0"/>
                </a:solidFill>
              </a:rPr>
              <a:t> </a:t>
            </a:r>
            <a:r>
              <a:rPr sz="4000" spc="-70" dirty="0">
                <a:solidFill>
                  <a:srgbClr val="006FC0"/>
                </a:solidFill>
              </a:rPr>
              <a:t>Tag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31594" y="884300"/>
            <a:ext cx="7432675" cy="17418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9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 vai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trò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chính của thẻ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Calibri"/>
                <a:cs typeface="Calibri"/>
              </a:rPr>
              <a:t>action: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đối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tượng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Javabean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Arial"/>
                <a:cs typeface="Arial"/>
              </a:rPr>
              <a:t>tại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  <a:p>
            <a:pPr marL="926465" lvl="1" indent="-4565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Truyển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khiển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giửa 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trang</a:t>
            </a:r>
            <a:endParaRPr sz="2400">
              <a:latin typeface="Arial"/>
              <a:cs typeface="Arial"/>
            </a:endParaRPr>
          </a:p>
          <a:p>
            <a:pPr marL="698500" lvl="2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698500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&lt;jsp:useBean&gt;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</a:t>
            </a:r>
            <a:r>
              <a:rPr sz="2400" spc="-10" dirty="0">
                <a:latin typeface="Calibri"/>
                <a:cs typeface="Calibri"/>
              </a:rPr>
              <a:t> &lt;/jsp:useBean&gt;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1594" y="-5715"/>
            <a:ext cx="45770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6FC0"/>
                </a:solidFill>
              </a:rPr>
              <a:t>Các</a:t>
            </a:r>
            <a:r>
              <a:rPr sz="4400" spc="-30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thẻ</a:t>
            </a:r>
            <a:r>
              <a:rPr sz="4400" spc="-15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JSP</a:t>
            </a:r>
            <a:r>
              <a:rPr sz="4400" spc="-475" dirty="0">
                <a:solidFill>
                  <a:srgbClr val="006FC0"/>
                </a:solidFill>
              </a:rPr>
              <a:t> </a:t>
            </a:r>
            <a:r>
              <a:rPr sz="4400" spc="-10" dirty="0">
                <a:solidFill>
                  <a:srgbClr val="006FC0"/>
                </a:solidFill>
              </a:rPr>
              <a:t>Action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46250" y="984250"/>
          <a:ext cx="8686800" cy="5746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JSP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 Tags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jsp:forward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Chuyển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hướng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tới tài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nguyên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khác.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jsp:include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includes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tài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nguyên.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jsp:useBean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Tạo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hay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định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vị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đối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tượng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bean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jsp:setProperty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Đặt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giá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trị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thuộc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tính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cho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bean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jsp:getProperty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Xuất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giá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trị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thuộc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tính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bean.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jsp:plugin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Nhúng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thành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phần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khác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(ví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dụ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applet)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jsp:param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508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555625" algn="l"/>
                          <a:tab pos="1000760" algn="l"/>
                          <a:tab pos="1358900" algn="l"/>
                          <a:tab pos="1998980" algn="l"/>
                          <a:tab pos="2360295" algn="l"/>
                          <a:tab pos="2861945" algn="l"/>
                          <a:tab pos="3363595" algn="l"/>
                          <a:tab pos="4011295" algn="l"/>
                          <a:tab pos="4652645" algn="l"/>
                          <a:tab pos="5321935" algn="l"/>
                          <a:tab pos="6261100" algn="l"/>
                        </a:tabLst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Đặt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giá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trị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tham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số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chủ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yếu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được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dùng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trong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và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include.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jsp:fallback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Sử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dụng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xuất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thông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báo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nếu plugin đang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hoạt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động,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dùng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thẻ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jsp:plugin.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132333"/>
            <a:ext cx="47174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6FC0"/>
                </a:solidFill>
              </a:rPr>
              <a:t>Ví</a:t>
            </a:r>
            <a:r>
              <a:rPr sz="4400" spc="-20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dụ</a:t>
            </a:r>
            <a:r>
              <a:rPr sz="4400" spc="-10" dirty="0">
                <a:solidFill>
                  <a:srgbClr val="006FC0"/>
                </a:solidFill>
              </a:rPr>
              <a:t> (</a:t>
            </a:r>
            <a:r>
              <a:rPr sz="4400" spc="-10" dirty="0">
                <a:solidFill>
                  <a:srgbClr val="FF0000"/>
                </a:solidFill>
              </a:rPr>
              <a:t>jsp:forward</a:t>
            </a:r>
            <a:r>
              <a:rPr sz="4400" spc="-10" dirty="0">
                <a:solidFill>
                  <a:srgbClr val="006FC0"/>
                </a:solidFill>
              </a:rPr>
              <a:t>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37232" y="1444752"/>
            <a:ext cx="4782820" cy="1754505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&lt;h2&gt;this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jsp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page&lt;/h2&gt;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&lt;jsp:forward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page=“second.jsp”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/&gt;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7232" y="3656076"/>
            <a:ext cx="7745095" cy="2032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1800" b="1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&lt;h2&gt;this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page&lt;/h2&gt;</a:t>
            </a:r>
            <a:endParaRPr sz="18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&lt;%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out.print("Today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is:“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java.util.Calendar.getInstance().getTime());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717" y="3323082"/>
            <a:ext cx="879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second.jsp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5717" y="1087881"/>
            <a:ext cx="635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first.jsp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163317" y="5179695"/>
            <a:ext cx="829944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132333"/>
            <a:ext cx="4685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6FC0"/>
                </a:solidFill>
              </a:rPr>
              <a:t>Ví</a:t>
            </a:r>
            <a:r>
              <a:rPr sz="4400" spc="-15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dụ:</a:t>
            </a:r>
            <a:r>
              <a:rPr sz="4400" spc="-5" dirty="0">
                <a:solidFill>
                  <a:srgbClr val="006FC0"/>
                </a:solidFill>
              </a:rPr>
              <a:t> </a:t>
            </a:r>
            <a:r>
              <a:rPr sz="4400" spc="-10" dirty="0">
                <a:solidFill>
                  <a:srgbClr val="006FC0"/>
                </a:solidFill>
              </a:rPr>
              <a:t>(</a:t>
            </a:r>
            <a:r>
              <a:rPr sz="4400" spc="-10" dirty="0">
                <a:solidFill>
                  <a:srgbClr val="FF0000"/>
                </a:solidFill>
              </a:rPr>
              <a:t>jsp:include</a:t>
            </a:r>
            <a:r>
              <a:rPr sz="4400" spc="-10" dirty="0">
                <a:solidFill>
                  <a:srgbClr val="006FC0"/>
                </a:solidFill>
              </a:rPr>
              <a:t>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084832" y="1307591"/>
            <a:ext cx="4782820" cy="2032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&lt;h2&gt;this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jsp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page&lt;/h2&gt;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&lt;jsp:include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page=“second.jsp”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/&gt;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&lt;h2&gt;end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0" dirty="0">
                <a:latin typeface="Calibri"/>
                <a:cs typeface="Calibri"/>
              </a:rPr>
              <a:t> page&lt;/h2&gt;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4832" y="3732276"/>
            <a:ext cx="7745095" cy="2032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1800" b="1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&lt;h2&gt;this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jsp</a:t>
            </a:r>
            <a:r>
              <a:rPr sz="1800" spc="-10" dirty="0">
                <a:latin typeface="Calibri"/>
                <a:cs typeface="Calibri"/>
              </a:rPr>
              <a:t> page&lt;/h2&gt;</a:t>
            </a:r>
            <a:endParaRPr sz="1800">
              <a:latin typeface="Calibri"/>
              <a:cs typeface="Calibri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&lt;%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out.print("Today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is:“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java.util.Calendar.getInstance().getTime());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3317" y="3399282"/>
            <a:ext cx="879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second.jsp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6394" y="1011681"/>
            <a:ext cx="635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first.jsp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163317" y="5179695"/>
            <a:ext cx="829944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55575"/>
            <a:ext cx="4531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6FC0"/>
                </a:solidFill>
              </a:rPr>
              <a:t>Ví</a:t>
            </a:r>
            <a:r>
              <a:rPr sz="4400" spc="-15" dirty="0">
                <a:solidFill>
                  <a:srgbClr val="006FC0"/>
                </a:solidFill>
              </a:rPr>
              <a:t> </a:t>
            </a:r>
            <a:r>
              <a:rPr sz="4400" dirty="0">
                <a:solidFill>
                  <a:srgbClr val="006FC0"/>
                </a:solidFill>
              </a:rPr>
              <a:t>dụ:</a:t>
            </a:r>
            <a:r>
              <a:rPr sz="4400" spc="-10" dirty="0">
                <a:solidFill>
                  <a:srgbClr val="006FC0"/>
                </a:solidFill>
              </a:rPr>
              <a:t> (</a:t>
            </a:r>
            <a:r>
              <a:rPr sz="4400" spc="-10" dirty="0">
                <a:solidFill>
                  <a:srgbClr val="FF0000"/>
                </a:solidFill>
              </a:rPr>
              <a:t>jsp:param</a:t>
            </a:r>
            <a:r>
              <a:rPr sz="4400" spc="-10" dirty="0">
                <a:solidFill>
                  <a:srgbClr val="006FC0"/>
                </a:solidFill>
              </a:rPr>
              <a:t>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905000" y="1258824"/>
            <a:ext cx="8135620" cy="2032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&lt;h2&gt;this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page&lt;/h2&gt;</a:t>
            </a:r>
            <a:endParaRPr sz="1800">
              <a:latin typeface="Calibri"/>
              <a:cs typeface="Calibri"/>
            </a:endParaRPr>
          </a:p>
          <a:p>
            <a:pPr marL="54864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&lt;jsp:forward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page=“second.jsp”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/&gt;</a:t>
            </a:r>
            <a:endParaRPr sz="1800">
              <a:latin typeface="Calibri"/>
              <a:cs typeface="Calibri"/>
            </a:endParaRP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&lt;jsp:param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name="name"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value=“ABC"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/&gt;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000" y="3656076"/>
            <a:ext cx="8135620" cy="2032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b="1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&lt;h2&gt;this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page&lt;/h2&gt;</a:t>
            </a:r>
            <a:endParaRPr sz="180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&lt;%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out.print("Today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is:“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java.util.Calendar.getInstance().getTime());</a:t>
            </a:r>
            <a:r>
              <a:rPr sz="1800" spc="4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&lt;%=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request.getParameter("name")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3994" y="3323082"/>
            <a:ext cx="879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second.jsp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4" y="935481"/>
            <a:ext cx="635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first.jsp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589" y="2489072"/>
            <a:ext cx="58204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solidFill>
                  <a:srgbClr val="006FC0"/>
                </a:solidFill>
                <a:latin typeface="Calibri Light"/>
                <a:cs typeface="Calibri Light"/>
              </a:rPr>
              <a:t>JSP</a:t>
            </a:r>
            <a:r>
              <a:rPr sz="6000" b="0" spc="-250" dirty="0">
                <a:solidFill>
                  <a:srgbClr val="006FC0"/>
                </a:solidFill>
                <a:latin typeface="Calibri Light"/>
                <a:cs typeface="Calibri Light"/>
              </a:rPr>
              <a:t> </a:t>
            </a:r>
            <a:r>
              <a:rPr sz="6000" b="0" spc="-10" dirty="0">
                <a:solidFill>
                  <a:srgbClr val="006FC0"/>
                </a:solidFill>
                <a:latin typeface="Calibri Light"/>
                <a:cs typeface="Calibri Light"/>
              </a:rPr>
              <a:t>Implicit</a:t>
            </a:r>
            <a:r>
              <a:rPr sz="6000" b="0" spc="-225" dirty="0">
                <a:solidFill>
                  <a:srgbClr val="006FC0"/>
                </a:solidFill>
                <a:latin typeface="Calibri Light"/>
                <a:cs typeface="Calibri Light"/>
              </a:rPr>
              <a:t> </a:t>
            </a:r>
            <a:r>
              <a:rPr sz="6000" b="0" spc="-30" dirty="0">
                <a:solidFill>
                  <a:srgbClr val="006FC0"/>
                </a:solidFill>
                <a:latin typeface="Calibri Light"/>
                <a:cs typeface="Calibri Light"/>
              </a:rPr>
              <a:t>Objects</a:t>
            </a:r>
            <a:endParaRPr sz="6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2245" y="266522"/>
            <a:ext cx="448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006FC0"/>
                </a:solidFill>
              </a:rPr>
              <a:t>JSP</a:t>
            </a:r>
            <a:r>
              <a:rPr sz="4000" spc="-225" dirty="0">
                <a:solidFill>
                  <a:srgbClr val="006FC0"/>
                </a:solidFill>
              </a:rPr>
              <a:t> </a:t>
            </a:r>
            <a:r>
              <a:rPr sz="4000" dirty="0">
                <a:solidFill>
                  <a:srgbClr val="006FC0"/>
                </a:solidFill>
              </a:rPr>
              <a:t>Implicit</a:t>
            </a:r>
            <a:r>
              <a:rPr sz="4000" spc="-9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Objects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717294" y="1096517"/>
            <a:ext cx="7332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"/>
                <a:cs typeface="Arial"/>
              </a:rPr>
              <a:t>Được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bởi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container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tất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cả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JSP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01699" y="1809242"/>
          <a:ext cx="8763000" cy="4488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000" b="1" spc="-10" dirty="0">
                          <a:solidFill>
                            <a:srgbClr val="006FC0"/>
                          </a:solidFill>
                          <a:latin typeface="Times New Roman"/>
                          <a:cs typeface="Times New Roman"/>
                        </a:rPr>
                        <a:t>Object/Variable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000" b="1" spc="-20" dirty="0">
                          <a:solidFill>
                            <a:srgbClr val="006FC0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25" dirty="0">
                          <a:latin typeface="Verdana"/>
                          <a:cs typeface="Verdana"/>
                        </a:rPr>
                        <a:t>out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javax.servlet.jsp.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JspWriter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request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javax.servlet.http.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HttpServletRequest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response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javax.servlet.http.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HttpServletResponse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config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javax.servlet.http.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ServletConfig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application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javax.servlet.http.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ServletContext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session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javax.servlet.http.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HttpSession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pageContext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javax.servlet.jsp.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PageContext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20" dirty="0">
                          <a:latin typeface="Verdana"/>
                          <a:cs typeface="Verdana"/>
                        </a:rPr>
                        <a:t>page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javax.lang.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Object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exception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spc="-10" dirty="0">
                          <a:latin typeface="Verdana"/>
                          <a:cs typeface="Verdana"/>
                        </a:rPr>
                        <a:t>javax.lang.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Throwable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4919" y="-8763"/>
            <a:ext cx="2183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</a:rPr>
              <a:t>out</a:t>
            </a:r>
            <a:r>
              <a:rPr sz="4000" spc="-5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object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35657" y="476377"/>
            <a:ext cx="3194685" cy="96774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455"/>
              </a:spcBef>
              <a:buChar char="•"/>
              <a:tabLst>
                <a:tab pos="241935" algn="l"/>
              </a:tabLst>
            </a:pPr>
            <a:r>
              <a:rPr sz="2400" dirty="0">
                <a:latin typeface="Arial"/>
                <a:cs typeface="Arial"/>
              </a:rPr>
              <a:t>Xuất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 tới</a:t>
            </a:r>
            <a:r>
              <a:rPr sz="2400" spc="-10" dirty="0">
                <a:latin typeface="Arial"/>
                <a:cs typeface="Arial"/>
              </a:rPr>
              <a:t> buffer</a:t>
            </a:r>
            <a:endParaRPr sz="24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  <a:spcBef>
                <a:spcPts val="102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index.jsp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7672" y="3400044"/>
            <a:ext cx="8339328" cy="1415772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&lt;html&gt;</a:t>
            </a:r>
            <a:endParaRPr sz="18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&lt;body&gt;</a:t>
            </a:r>
            <a:endParaRPr sz="1800" dirty="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&lt;%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out.print("Today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is:"+java.util.Calendar.getInstance().getTime());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%</a:t>
            </a:r>
            <a:r>
              <a:rPr sz="1800" dirty="0">
                <a:latin typeface="Calibri"/>
                <a:cs typeface="Calibri"/>
              </a:rPr>
              <a:t>&gt;</a:t>
            </a: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&lt;/body&gt;</a:t>
            </a:r>
            <a:endParaRPr sz="18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&lt;/html&gt;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4529" y="3073146"/>
            <a:ext cx="109347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Calibri"/>
                <a:cs typeface="Calibri"/>
              </a:rPr>
              <a:t>index.jsp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7672" y="1470660"/>
            <a:ext cx="4399915" cy="1477010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/>
                <a:cs typeface="Calibri"/>
              </a:rPr>
              <a:t>&lt;html&gt;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&lt;body&gt;</a:t>
            </a:r>
            <a:endParaRPr sz="1800">
              <a:latin typeface="Calibri"/>
              <a:cs typeface="Calibri"/>
            </a:endParaRPr>
          </a:p>
          <a:p>
            <a:pPr marL="1005840">
              <a:lnSpc>
                <a:spcPct val="100000"/>
              </a:lnSpc>
              <a:tabLst>
                <a:tab pos="1440180" algn="l"/>
                <a:tab pos="2967355" algn="l"/>
              </a:tabLst>
            </a:pPr>
            <a:r>
              <a:rPr sz="1800" spc="-25" dirty="0">
                <a:latin typeface="Calibri"/>
                <a:cs typeface="Calibri"/>
              </a:rPr>
              <a:t>&lt;%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out.print(2*5);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%&gt;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&lt;/body&gt;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&lt;/html&gt;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394" y="-5638"/>
            <a:ext cx="3079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</a:rPr>
              <a:t>request</a:t>
            </a:r>
            <a:r>
              <a:rPr sz="4000" spc="-19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object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40486" y="662991"/>
            <a:ext cx="7303770" cy="173990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web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mỗi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lần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yêu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cầu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9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Đối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tượng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b="1" dirty="0">
                <a:latin typeface="Calibri"/>
                <a:cs typeface="Calibri"/>
              </a:rPr>
              <a:t>JSP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request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đới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tượng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HttpServletRequest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Cung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yêu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cầu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Thường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tìm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25" dirty="0">
                <a:latin typeface="Arial"/>
                <a:cs typeface="Arial"/>
              </a:rPr>
              <a:t> số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5969" y="2603080"/>
            <a:ext cx="3558540" cy="8883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9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25" dirty="0">
                <a:latin typeface="Arial"/>
                <a:cs typeface="Arial"/>
              </a:rPr>
              <a:t> web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kèm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request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2706" y="4110799"/>
            <a:ext cx="242506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parameter,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header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information,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remote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address,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server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name,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server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port,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content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type,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character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encoding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24053" y="2971609"/>
            <a:ext cx="3240405" cy="1764030"/>
            <a:chOff x="6524053" y="2971609"/>
            <a:chExt cx="3240405" cy="1764030"/>
          </a:xfrm>
        </p:grpSpPr>
        <p:sp>
          <p:nvSpPr>
            <p:cNvPr id="7" name="object 7"/>
            <p:cNvSpPr/>
            <p:nvPr/>
          </p:nvSpPr>
          <p:spPr>
            <a:xfrm>
              <a:off x="6528816" y="2976372"/>
              <a:ext cx="3230880" cy="1754505"/>
            </a:xfrm>
            <a:custGeom>
              <a:avLst/>
              <a:gdLst/>
              <a:ahLst/>
              <a:cxnLst/>
              <a:rect l="l" t="t" r="r" b="b"/>
              <a:pathLst>
                <a:path w="3230879" h="1754504">
                  <a:moveTo>
                    <a:pt x="3230879" y="0"/>
                  </a:moveTo>
                  <a:lnTo>
                    <a:pt x="0" y="0"/>
                  </a:lnTo>
                  <a:lnTo>
                    <a:pt x="0" y="1754123"/>
                  </a:lnTo>
                  <a:lnTo>
                    <a:pt x="3230879" y="1754123"/>
                  </a:lnTo>
                  <a:lnTo>
                    <a:pt x="3230879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28816" y="2976372"/>
              <a:ext cx="3230880" cy="1754505"/>
            </a:xfrm>
            <a:custGeom>
              <a:avLst/>
              <a:gdLst/>
              <a:ahLst/>
              <a:cxnLst/>
              <a:rect l="l" t="t" r="r" b="b"/>
              <a:pathLst>
                <a:path w="3230879" h="1754504">
                  <a:moveTo>
                    <a:pt x="0" y="1754123"/>
                  </a:moveTo>
                  <a:lnTo>
                    <a:pt x="3230879" y="1754123"/>
                  </a:lnTo>
                  <a:lnTo>
                    <a:pt x="3230879" y="0"/>
                  </a:lnTo>
                  <a:lnTo>
                    <a:pt x="0" y="0"/>
                  </a:lnTo>
                  <a:lnTo>
                    <a:pt x="0" y="1754123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20891" y="3000502"/>
            <a:ext cx="10013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&lt;html&gt;</a:t>
            </a:r>
            <a:r>
              <a:rPr sz="1200" b="1" spc="26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2130" y="3245248"/>
            <a:ext cx="3024252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lang="en-US" sz="1200" b="1" spc="-10" dirty="0">
                <a:latin typeface="Calibri"/>
                <a:cs typeface="Calibri"/>
              </a:rPr>
              <a:t>&lt;form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1200" dirty="0">
                <a:latin typeface="Calibri"/>
                <a:cs typeface="Calibri"/>
              </a:rPr>
              <a:t>="welcome.jsp“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latin typeface="Calibri"/>
                <a:cs typeface="Calibri"/>
              </a:rPr>
              <a:t>          </a:t>
            </a:r>
            <a:r>
              <a:rPr sz="1200" b="1" dirty="0">
                <a:latin typeface="Calibri"/>
                <a:cs typeface="Calibri"/>
              </a:rPr>
              <a:t>&lt;input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lang="en-US" sz="1200" dirty="0">
                <a:latin typeface="Calibri"/>
                <a:cs typeface="Calibri"/>
              </a:rPr>
              <a:t>="text"</a:t>
            </a:r>
            <a:r>
              <a:rPr lang="en-US" sz="1200" spc="-4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name="</a:t>
            </a:r>
            <a:r>
              <a:rPr lang="en-US" sz="1200" dirty="0" err="1">
                <a:latin typeface="Calibri"/>
                <a:cs typeface="Calibri"/>
              </a:rPr>
              <a:t>uname</a:t>
            </a:r>
            <a:r>
              <a:rPr lang="en-US" sz="1200" dirty="0">
                <a:latin typeface="Calibri"/>
                <a:cs typeface="Calibri"/>
              </a:rPr>
              <a:t>“</a:t>
            </a:r>
            <a:r>
              <a:rPr lang="en-US" sz="1200" spc="-45" dirty="0">
                <a:latin typeface="Calibri"/>
                <a:cs typeface="Calibri"/>
              </a:rPr>
              <a:t> </a:t>
            </a:r>
            <a:r>
              <a:rPr lang="en-US" sz="1200" b="1" spc="-50" dirty="0">
                <a:latin typeface="Calibri"/>
                <a:cs typeface="Calibri"/>
              </a:rPr>
              <a:t>&gt;</a:t>
            </a:r>
            <a:endParaRPr lang="en-US" sz="1200" spc="-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latin typeface="Calibri"/>
                <a:cs typeface="Calibri"/>
              </a:rPr>
              <a:t>          &lt;input</a:t>
            </a:r>
            <a:r>
              <a:rPr lang="en-US" sz="1200" b="1" spc="10" dirty="0">
                <a:latin typeface="Calibri"/>
                <a:cs typeface="Calibri"/>
              </a:rPr>
              <a:t> </a:t>
            </a:r>
            <a:r>
              <a:rPr lang="en-US" sz="1200" spc="-20" dirty="0">
                <a:solidFill>
                  <a:srgbClr val="FF0000"/>
                </a:solidFill>
                <a:latin typeface="Calibri"/>
                <a:cs typeface="Calibri"/>
              </a:rPr>
              <a:t>type </a:t>
            </a:r>
            <a:r>
              <a:rPr lang="en-US" sz="1200" dirty="0">
                <a:latin typeface="Calibri"/>
                <a:cs typeface="Calibri"/>
              </a:rPr>
              <a:t>="submit"</a:t>
            </a:r>
            <a:r>
              <a:rPr lang="en-US" sz="1200" spc="114" dirty="0">
                <a:latin typeface="Calibri"/>
                <a:cs typeface="Calibri"/>
              </a:rPr>
              <a:t>  </a:t>
            </a:r>
            <a:r>
              <a:rPr lang="en-US" sz="1200" spc="-10" dirty="0">
                <a:latin typeface="Calibri"/>
                <a:cs typeface="Calibri"/>
              </a:rPr>
              <a:t>value="go"</a:t>
            </a:r>
            <a:r>
              <a:rPr lang="en-US" sz="1200" b="1" spc="-10" dirty="0">
                <a:latin typeface="Calibri"/>
                <a:cs typeface="Calibri"/>
              </a:rPr>
              <a:t>&gt; </a:t>
            </a:r>
            <a:r>
              <a:rPr lang="en-US" sz="1200" b="1" spc="-20" dirty="0">
                <a:latin typeface="Calibri"/>
                <a:cs typeface="Calibri"/>
              </a:rPr>
              <a:t>&lt;</a:t>
            </a:r>
            <a:r>
              <a:rPr lang="en-US" sz="1200" b="1" spc="-20" dirty="0" err="1">
                <a:latin typeface="Calibri"/>
                <a:cs typeface="Calibri"/>
              </a:rPr>
              <a:t>br</a:t>
            </a:r>
            <a:r>
              <a:rPr lang="en-US" sz="1200" b="1" spc="-20" dirty="0">
                <a:latin typeface="Calibri"/>
                <a:cs typeface="Calibri"/>
              </a:rPr>
              <a:t>&gt;</a:t>
            </a:r>
            <a:endParaRPr lang="en-US"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200" b="1" spc="-10" dirty="0">
                <a:latin typeface="Calibri"/>
                <a:cs typeface="Calibri"/>
              </a:rPr>
              <a:t>&lt;/form&gt;</a:t>
            </a:r>
            <a:endParaRPr lang="en-US"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200" b="1" dirty="0">
                <a:latin typeface="Calibri"/>
                <a:cs typeface="Calibri"/>
              </a:rPr>
              <a:t>&lt;/body&gt;</a:t>
            </a:r>
            <a:r>
              <a:rPr lang="en-US" sz="1200" b="1" spc="265" dirty="0">
                <a:latin typeface="Calibri"/>
                <a:cs typeface="Calibri"/>
              </a:rPr>
              <a:t> </a:t>
            </a:r>
            <a:r>
              <a:rPr lang="en-US" sz="1200" b="1" spc="-10" dirty="0">
                <a:latin typeface="Calibri"/>
                <a:cs typeface="Calibri"/>
              </a:rPr>
              <a:t>&lt;/html&gt;</a:t>
            </a:r>
            <a:endParaRPr lang="en-US" sz="1200" dirty="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0200" y="4896611"/>
            <a:ext cx="4648200" cy="1189428"/>
          </a:xfrm>
          <a:prstGeom prst="rect">
            <a:avLst/>
          </a:prstGeom>
          <a:solidFill>
            <a:srgbClr val="DEEBF7"/>
          </a:solidFill>
          <a:ln w="9525">
            <a:solidFill>
              <a:srgbClr val="006FC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400" b="1" dirty="0">
                <a:latin typeface="Calibri"/>
                <a:cs typeface="Calibri"/>
              </a:rPr>
              <a:t>&lt;html&gt;</a:t>
            </a:r>
            <a:r>
              <a:rPr sz="1400" b="1" spc="27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&lt;body&gt;</a:t>
            </a:r>
            <a:endParaRPr lang="en-US" sz="1400" b="1" spc="-10" dirty="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lang="en-US" sz="1400" spc="-10" dirty="0">
                <a:latin typeface="Calibri"/>
                <a:cs typeface="Calibri"/>
              </a:rPr>
              <a:t>         </a:t>
            </a:r>
            <a:r>
              <a:rPr sz="1400" dirty="0">
                <a:latin typeface="Calibri"/>
                <a:cs typeface="Calibri"/>
              </a:rPr>
              <a:t>&lt;%</a:t>
            </a:r>
            <a:r>
              <a:rPr sz="1400" spc="13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String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= </a:t>
            </a:r>
            <a:r>
              <a:rPr sz="1400" spc="-10" dirty="0">
                <a:latin typeface="Calibri"/>
                <a:cs typeface="Calibri"/>
              </a:rPr>
              <a:t>request.getParameter("uname"); </a:t>
            </a:r>
            <a:r>
              <a:rPr lang="en-US" sz="1400" spc="-10" dirty="0">
                <a:latin typeface="Calibri"/>
                <a:cs typeface="Calibri"/>
              </a:rPr>
              <a:t>             	</a:t>
            </a:r>
            <a:r>
              <a:rPr sz="1400" spc="-10" dirty="0" err="1">
                <a:latin typeface="Calibri"/>
                <a:cs typeface="Calibri"/>
              </a:rPr>
              <a:t>out.print</a:t>
            </a:r>
            <a:r>
              <a:rPr sz="1400" spc="-10" dirty="0">
                <a:latin typeface="Calibri"/>
                <a:cs typeface="Calibri"/>
              </a:rPr>
              <a:t>("welcome</a:t>
            </a:r>
            <a:r>
              <a:rPr sz="1400" dirty="0">
                <a:latin typeface="Calibri"/>
                <a:cs typeface="Calibri"/>
              </a:rPr>
              <a:t> :“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+ name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);</a:t>
            </a:r>
            <a:endParaRPr lang="en-US" sz="1400" spc="-25" dirty="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lang="en-US" sz="1400" spc="-25" dirty="0">
                <a:latin typeface="Calibri"/>
                <a:cs typeface="Calibri"/>
              </a:rPr>
              <a:t>          </a:t>
            </a:r>
            <a:r>
              <a:rPr sz="1400" spc="-25" dirty="0">
                <a:latin typeface="Calibri"/>
                <a:cs typeface="Calibri"/>
              </a:rPr>
              <a:t>%&gt;</a:t>
            </a:r>
            <a:endParaRPr sz="1400" dirty="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&lt;/body&gt;</a:t>
            </a:r>
            <a:r>
              <a:rPr sz="1400" b="1" spc="26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&lt;/html&gt;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4744" y="4580001"/>
            <a:ext cx="114299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welcome.jsp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7743" y="2719577"/>
            <a:ext cx="1184657" cy="256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C00000"/>
                </a:solidFill>
                <a:latin typeface="Calibri"/>
                <a:cs typeface="Calibri"/>
              </a:rPr>
              <a:t>index.html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1971032"/>
            <a:ext cx="906780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47825" marR="5080" indent="-16357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JSTL</a:t>
            </a:r>
            <a:r>
              <a:rPr sz="3200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br>
              <a:rPr lang="en-US" sz="3200" spc="50" dirty="0">
                <a:solidFill>
                  <a:srgbClr val="FF0000"/>
                </a:solidFill>
                <a:latin typeface="Calibri"/>
                <a:cs typeface="Calibri"/>
              </a:rPr>
            </a:b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(JavaServer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Pages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Standard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Tag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Library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br>
              <a:rPr lang="en-US" sz="3200" spc="-50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EL</a:t>
            </a:r>
            <a:r>
              <a:rPr sz="3200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Expression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Language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7920"/>
            <a:ext cx="418846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5" dirty="0">
                <a:solidFill>
                  <a:srgbClr val="FF0000"/>
                </a:solidFill>
                <a:latin typeface="Calibri"/>
                <a:cs typeface="Calibri"/>
              </a:rPr>
              <a:t>Tổng</a:t>
            </a:r>
            <a:r>
              <a:rPr sz="4400" spc="-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400" spc="-20" dirty="0">
                <a:solidFill>
                  <a:srgbClr val="FF0000"/>
                </a:solidFill>
                <a:latin typeface="Calibri"/>
                <a:cs typeface="Calibri"/>
              </a:rPr>
              <a:t>quan</a:t>
            </a:r>
            <a:endParaRPr sz="4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58494"/>
            <a:ext cx="906526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138" marR="3109595" indent="-465138" algn="ctr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sz="2500" dirty="0">
                <a:latin typeface="Arial"/>
                <a:cs typeface="Arial"/>
              </a:rPr>
              <a:t>JSTL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cung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cấp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2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tình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huống</a:t>
            </a:r>
            <a:endParaRPr sz="2500" dirty="0">
              <a:latin typeface="Arial"/>
              <a:cs typeface="Arial"/>
            </a:endParaRPr>
          </a:p>
          <a:p>
            <a:pPr marL="286385" marR="3117215" lvl="1" indent="-287020" algn="ctr">
              <a:lnSpc>
                <a:spcPct val="100000"/>
              </a:lnSpc>
              <a:buChar char="–"/>
              <a:tabLst>
                <a:tab pos="286385" algn="l"/>
                <a:tab pos="287020" algn="l"/>
              </a:tabLst>
            </a:pPr>
            <a:r>
              <a:rPr sz="2200" dirty="0">
                <a:latin typeface="Arial"/>
                <a:cs typeface="Arial"/>
              </a:rPr>
              <a:t>Một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tập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các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thẻ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rất</a:t>
            </a:r>
            <a:r>
              <a:rPr sz="2200" spc="-20" dirty="0">
                <a:latin typeface="Arial"/>
                <a:cs typeface="Arial"/>
              </a:rPr>
              <a:t> mạnh</a:t>
            </a:r>
            <a:endParaRPr sz="2200" dirty="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Char char="•"/>
              <a:tabLst>
                <a:tab pos="1155700" algn="l"/>
                <a:tab pos="1156335" algn="l"/>
              </a:tabLst>
            </a:pPr>
            <a:r>
              <a:rPr sz="1900" dirty="0">
                <a:latin typeface="Arial"/>
                <a:cs typeface="Arial"/>
              </a:rPr>
              <a:t>Hổ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trợ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các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chức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năng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phổ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biến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trên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nhiều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ứng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dụng</a:t>
            </a:r>
            <a:r>
              <a:rPr sz="1900" spc="-2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web</a:t>
            </a:r>
            <a:endParaRPr sz="1900" dirty="0">
              <a:latin typeface="Arial"/>
              <a:cs typeface="Arial"/>
            </a:endParaRPr>
          </a:p>
          <a:p>
            <a:pPr marL="1155700" lvl="2" indent="-229235">
              <a:lnSpc>
                <a:spcPts val="2275"/>
              </a:lnSpc>
              <a:buChar char="•"/>
              <a:tabLst>
                <a:tab pos="1155700" algn="l"/>
                <a:tab pos="1156335" algn="l"/>
              </a:tabLst>
            </a:pPr>
            <a:r>
              <a:rPr sz="1900" dirty="0">
                <a:latin typeface="Arial"/>
                <a:cs typeface="Arial"/>
              </a:rPr>
              <a:t>Sử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dụng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đơn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giản: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hướng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cú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pháp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giống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html</a:t>
            </a:r>
            <a:endParaRPr sz="1900" dirty="0">
              <a:latin typeface="Arial"/>
              <a:cs typeface="Arial"/>
            </a:endParaRPr>
          </a:p>
          <a:p>
            <a:pPr marL="1139825" lvl="1" indent="-450850">
              <a:lnSpc>
                <a:spcPts val="2630"/>
              </a:lnSpc>
              <a:buFont typeface="Wingdings" panose="05000000000000000000" pitchFamily="2" charset="2"/>
              <a:buChar char="q"/>
            </a:pPr>
            <a:r>
              <a:rPr sz="2200" dirty="0">
                <a:latin typeface="Arial"/>
                <a:cs typeface="Arial"/>
              </a:rPr>
              <a:t>EL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Expression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language</a:t>
            </a:r>
            <a:endParaRPr sz="2200" dirty="0">
              <a:latin typeface="Arial"/>
              <a:cs typeface="Arial"/>
            </a:endParaRPr>
          </a:p>
          <a:p>
            <a:pPr marL="1155700" lvl="2" indent="-229235">
              <a:lnSpc>
                <a:spcPts val="2275"/>
              </a:lnSpc>
              <a:buChar char="•"/>
              <a:tabLst>
                <a:tab pos="1155700" algn="l"/>
                <a:tab pos="1156335" algn="l"/>
              </a:tabLst>
            </a:pPr>
            <a:r>
              <a:rPr sz="1900" dirty="0">
                <a:latin typeface="Arial"/>
                <a:cs typeface="Arial"/>
              </a:rPr>
              <a:t>Được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sử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dụng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trong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JSTL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để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truy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xuất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dirty="0">
                <a:latin typeface="Calibri"/>
                <a:cs typeface="Calibri"/>
              </a:rPr>
              <a:t>thuộc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tính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spc="-10" dirty="0">
                <a:latin typeface="Arial"/>
                <a:cs typeface="Arial"/>
              </a:rPr>
              <a:t>javaBean</a:t>
            </a:r>
            <a:endParaRPr sz="1900" dirty="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Char char="•"/>
              <a:tabLst>
                <a:tab pos="1155700" algn="l"/>
                <a:tab pos="1156335" algn="l"/>
              </a:tabLst>
            </a:pPr>
            <a:r>
              <a:rPr sz="1900" dirty="0">
                <a:latin typeface="Arial"/>
                <a:cs typeface="Arial"/>
              </a:rPr>
              <a:t>Tương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thích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phiện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bản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JSP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2.0</a:t>
            </a:r>
            <a:endParaRPr sz="1900" dirty="0">
              <a:latin typeface="Arial"/>
              <a:cs typeface="Arial"/>
            </a:endParaRPr>
          </a:p>
          <a:p>
            <a:pPr marL="1139825" indent="-450850">
              <a:lnSpc>
                <a:spcPct val="100000"/>
              </a:lnSpc>
              <a:spcBef>
                <a:spcPts val="10"/>
              </a:spcBef>
              <a:buFont typeface="Wingdings" panose="05000000000000000000" pitchFamily="2" charset="2"/>
              <a:buChar char="q"/>
            </a:pPr>
            <a:r>
              <a:rPr sz="1900" dirty="0">
                <a:latin typeface="Arial"/>
                <a:cs typeface="Arial"/>
              </a:rPr>
              <a:t>Thẻ</a:t>
            </a:r>
            <a:r>
              <a:rPr sz="2500" spc="-5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JSTL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bao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gồm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nhóm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sau:</a:t>
            </a:r>
            <a:endParaRPr sz="2500" dirty="0">
              <a:latin typeface="Arial"/>
              <a:cs typeface="Arial"/>
            </a:endParaRPr>
          </a:p>
          <a:p>
            <a:pPr marL="1213485" lvl="2" indent="-287020"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dirty="0">
                <a:latin typeface="Arial"/>
                <a:cs typeface="Arial"/>
              </a:rPr>
              <a:t>Core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Tags: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Nhóm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thẻ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cơ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bản</a:t>
            </a:r>
            <a:endParaRPr sz="2200" dirty="0">
              <a:latin typeface="Arial"/>
              <a:cs typeface="Arial"/>
            </a:endParaRPr>
          </a:p>
          <a:p>
            <a:pPr marL="1213485" lvl="2" indent="-287020"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dirty="0">
                <a:latin typeface="Arial"/>
                <a:cs typeface="Arial"/>
              </a:rPr>
              <a:t>Formatting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tags: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Nhóm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thẻ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định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dạng</a:t>
            </a:r>
            <a:endParaRPr sz="2200" dirty="0">
              <a:latin typeface="Arial"/>
              <a:cs typeface="Arial"/>
            </a:endParaRPr>
          </a:p>
          <a:p>
            <a:pPr marL="1213485" lvl="2" indent="-287020"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dirty="0">
                <a:latin typeface="Arial"/>
                <a:cs typeface="Arial"/>
              </a:rPr>
              <a:t>SQL</a:t>
            </a:r>
            <a:r>
              <a:rPr sz="2200" b="1" spc="-8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tags: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Nhóm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thẻ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SQL</a:t>
            </a:r>
            <a:endParaRPr sz="2200" dirty="0">
              <a:latin typeface="Arial"/>
              <a:cs typeface="Arial"/>
            </a:endParaRPr>
          </a:p>
          <a:p>
            <a:pPr marL="1213485" lvl="2" indent="-287020"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dirty="0">
                <a:latin typeface="Arial"/>
                <a:cs typeface="Arial"/>
              </a:rPr>
              <a:t>XML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tags: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Nhóm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thẻ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XML</a:t>
            </a:r>
            <a:endParaRPr sz="2200" dirty="0">
              <a:latin typeface="Arial"/>
              <a:cs typeface="Arial"/>
            </a:endParaRPr>
          </a:p>
          <a:p>
            <a:pPr marL="1213485" lvl="2" indent="-287020"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dirty="0">
                <a:latin typeface="Arial"/>
                <a:cs typeface="Arial"/>
              </a:rPr>
              <a:t>JSTL</a:t>
            </a:r>
            <a:r>
              <a:rPr sz="2200" b="1" spc="-9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Functions: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Nhóm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hàm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JSTL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5475" y="615621"/>
            <a:ext cx="661352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  <a:latin typeface="Times New Roman"/>
                <a:cs typeface="Times New Roman"/>
              </a:rPr>
              <a:t>EL</a:t>
            </a:r>
            <a:r>
              <a:rPr sz="4400" spc="-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0000"/>
                </a:solidFill>
                <a:latin typeface="Times New Roman"/>
                <a:cs typeface="Times New Roman"/>
              </a:rPr>
              <a:t>Expression</a:t>
            </a:r>
            <a:r>
              <a:rPr sz="4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endParaRPr sz="4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9943"/>
            <a:ext cx="7727315" cy="25806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har char="•"/>
              <a:tabLst>
                <a:tab pos="355600" algn="l"/>
                <a:tab pos="356235" algn="l"/>
                <a:tab pos="4423410" algn="l"/>
              </a:tabLst>
            </a:pPr>
            <a:r>
              <a:rPr sz="3200" dirty="0">
                <a:latin typeface="Arial"/>
                <a:cs typeface="Arial"/>
              </a:rPr>
              <a:t>EL</a:t>
            </a:r>
            <a:r>
              <a:rPr sz="3200" spc="-1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ngôn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ngữ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script</a:t>
            </a:r>
            <a:r>
              <a:rPr sz="3200" dirty="0">
                <a:latin typeface="Arial"/>
                <a:cs typeface="Arial"/>
              </a:rPr>
              <a:t>	đơn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giản</a:t>
            </a:r>
            <a:endParaRPr sz="32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"/>
                <a:cs typeface="Arial"/>
              </a:rPr>
              <a:t>Giúp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việc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xuất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phần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java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đơn </a:t>
            </a:r>
            <a:r>
              <a:rPr sz="2800" dirty="0">
                <a:latin typeface="Arial"/>
                <a:cs typeface="Arial"/>
              </a:rPr>
              <a:t>giản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hơn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"/>
                <a:cs typeface="Arial"/>
              </a:rPr>
              <a:t>Cú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pháp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giản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hướng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biểu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thức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"/>
                <a:cs typeface="Arial"/>
              </a:rPr>
              <a:t>Tự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động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ép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kiểu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8782" y="466470"/>
            <a:ext cx="2726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Cú pháp</a:t>
            </a:r>
            <a:r>
              <a:rPr sz="4400" b="0" spc="-20" dirty="0">
                <a:latin typeface="Times New Roman"/>
                <a:cs typeface="Times New Roman"/>
              </a:rPr>
              <a:t> </a:t>
            </a:r>
            <a:r>
              <a:rPr sz="4400" b="0" spc="-25" dirty="0">
                <a:latin typeface="Times New Roman"/>
                <a:cs typeface="Times New Roman"/>
              </a:rPr>
              <a:t>EL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4227" y="1337756"/>
            <a:ext cx="7265670" cy="438023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1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Biểu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thức</a:t>
            </a:r>
            <a:endParaRPr sz="3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"/>
                <a:cs typeface="Arial"/>
              </a:rPr>
              <a:t>Thông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dịch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«run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time»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"/>
                <a:cs typeface="Arial"/>
              </a:rPr>
              <a:t>Cú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pháp: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${biểu</a:t>
            </a:r>
            <a:r>
              <a:rPr sz="28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thức}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60" dirty="0">
                <a:latin typeface="Arial"/>
                <a:cs typeface="Arial"/>
              </a:rPr>
              <a:t>Toán</a:t>
            </a:r>
            <a:r>
              <a:rPr sz="3200" spc="-15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tử</a:t>
            </a:r>
            <a:endParaRPr sz="3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xuất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đối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tượng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[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]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xuất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phần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tử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tập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sz="2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học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+,-</a:t>
            </a:r>
            <a:r>
              <a:rPr sz="2800" spc="-10" dirty="0">
                <a:latin typeface="Arial"/>
                <a:cs typeface="Arial"/>
              </a:rPr>
              <a:t>,/,*,%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So</a:t>
            </a:r>
            <a:r>
              <a:rPr sz="28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sánh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==,!=,&lt;,&gt;,&lt;=,&gt;=,eq,ne,lt,gt,le,ge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Luận</a:t>
            </a:r>
            <a:r>
              <a:rPr sz="2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lý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!,&amp;&amp;,||,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and,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or,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not,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empty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8617" y="-8127"/>
            <a:ext cx="4908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75" dirty="0">
                <a:latin typeface="Calibri"/>
                <a:cs typeface="Calibri"/>
              </a:rPr>
              <a:t>Toán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tử</a:t>
            </a:r>
            <a:r>
              <a:rPr sz="4000" b="0" spc="-9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cơ</a:t>
            </a:r>
            <a:r>
              <a:rPr sz="4000" b="0" spc="-10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bản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trong</a:t>
            </a:r>
            <a:r>
              <a:rPr sz="4000" b="0" spc="-95" dirty="0">
                <a:latin typeface="Calibri"/>
                <a:cs typeface="Calibri"/>
              </a:rPr>
              <a:t> </a:t>
            </a:r>
            <a:r>
              <a:rPr sz="4000" b="0" spc="-25" dirty="0">
                <a:latin typeface="Calibri"/>
                <a:cs typeface="Calibri"/>
              </a:rPr>
              <a:t>EL</a:t>
            </a:r>
            <a:endParaRPr sz="4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4837" y="691324"/>
          <a:ext cx="7847965" cy="5592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35" dirty="0">
                          <a:latin typeface="Calibri"/>
                          <a:cs typeface="Calibri"/>
                        </a:rPr>
                        <a:t>Toán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tử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Miêu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tả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Truy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đặc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Bean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Map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entry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[]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Truy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cập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phân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tử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mảng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List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Nhóm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subexpression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để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thay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đổi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thứ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tự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ước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lượng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+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Phép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cộng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Phép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trừ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phủ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giá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trị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*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Phép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nhân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div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Phép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chia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mod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Phép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chia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lấy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dư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==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eq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Kiểm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có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bằng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không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!=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Kiểm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tính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không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bằng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hơn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gt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lớn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hơn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&lt;=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hơn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bằng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&gt;=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lớn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hơn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bằng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&amp;&amp;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Phép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logic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||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Phép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logic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!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not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bù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Boolean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ngôi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empty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Kiểm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giá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biến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rỗng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4357" y="466470"/>
            <a:ext cx="49574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Cài đặt thư</a:t>
            </a:r>
            <a:r>
              <a:rPr sz="4400" b="0" spc="-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viện </a:t>
            </a:r>
            <a:r>
              <a:rPr sz="4400" b="0" spc="-20" dirty="0">
                <a:latin typeface="Times New Roman"/>
                <a:cs typeface="Times New Roman"/>
              </a:rPr>
              <a:t>JSTL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384" y="1163065"/>
            <a:ext cx="10969816" cy="41826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marR="5080" indent="-343535" algn="just">
              <a:lnSpc>
                <a:spcPct val="79500"/>
              </a:lnSpc>
              <a:spcBef>
                <a:spcPts val="765"/>
              </a:spcBef>
              <a:buChar char="•"/>
              <a:tabLst>
                <a:tab pos="356235" algn="l"/>
              </a:tabLst>
            </a:pPr>
            <a:r>
              <a:rPr sz="2700" dirty="0">
                <a:latin typeface="Arial"/>
                <a:cs typeface="Arial"/>
              </a:rPr>
              <a:t>Để</a:t>
            </a:r>
            <a:r>
              <a:rPr sz="2700" spc="-4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sử</a:t>
            </a:r>
            <a:r>
              <a:rPr sz="2700" spc="-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dụng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Standard</a:t>
            </a:r>
            <a:r>
              <a:rPr sz="2700" spc="-45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Taglib</a:t>
            </a:r>
            <a:r>
              <a:rPr sz="2700" spc="-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từ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Jakarta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Taglib,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spc="-25" dirty="0">
                <a:latin typeface="Arial"/>
                <a:cs typeface="Arial"/>
              </a:rPr>
              <a:t>đơn </a:t>
            </a:r>
            <a:r>
              <a:rPr sz="2700" dirty="0">
                <a:latin typeface="Arial"/>
                <a:cs typeface="Arial"/>
              </a:rPr>
              <a:t>giản</a:t>
            </a:r>
            <a:r>
              <a:rPr sz="2700" spc="48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bạn</a:t>
            </a:r>
            <a:r>
              <a:rPr sz="2700" spc="47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chỉ</a:t>
            </a:r>
            <a:r>
              <a:rPr sz="2700" spc="50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cần</a:t>
            </a:r>
            <a:r>
              <a:rPr sz="2700" spc="48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sao</a:t>
            </a:r>
            <a:r>
              <a:rPr sz="2700" spc="48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chép</a:t>
            </a:r>
            <a:r>
              <a:rPr sz="2700" spc="47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49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JAR</a:t>
            </a:r>
            <a:r>
              <a:rPr sz="2700" spc="484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file(jstl...jar) </a:t>
            </a:r>
            <a:r>
              <a:rPr sz="2700" dirty="0">
                <a:latin typeface="Calibri"/>
                <a:cs typeface="Calibri"/>
              </a:rPr>
              <a:t>vào</a:t>
            </a:r>
            <a:r>
              <a:rPr sz="2700" spc="75" dirty="0">
                <a:latin typeface="Calibri"/>
                <a:cs typeface="Calibri"/>
              </a:rPr>
              <a:t> </a:t>
            </a:r>
            <a:r>
              <a:rPr sz="2700" dirty="0">
                <a:latin typeface="Arial"/>
                <a:cs typeface="Arial"/>
              </a:rPr>
              <a:t>thư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mục</a:t>
            </a:r>
            <a:r>
              <a:rPr sz="2700" spc="-4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'lib'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của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project</a:t>
            </a:r>
            <a:endParaRPr sz="2700" dirty="0">
              <a:latin typeface="Arial"/>
              <a:cs typeface="Arial"/>
            </a:endParaRPr>
          </a:p>
          <a:p>
            <a:pPr marL="355600" indent="-343535">
              <a:lnSpc>
                <a:spcPts val="2915"/>
              </a:lnSpc>
              <a:buChar char="•"/>
              <a:tabLst>
                <a:tab pos="355600" algn="l"/>
                <a:tab pos="356235" algn="l"/>
                <a:tab pos="948055" algn="l"/>
                <a:tab pos="1506220" algn="l"/>
                <a:tab pos="2422525" algn="l"/>
                <a:tab pos="3154045" algn="l"/>
                <a:tab pos="4057650" algn="l"/>
                <a:tab pos="4943475" algn="l"/>
                <a:tab pos="5542280" algn="l"/>
                <a:tab pos="6184265" algn="l"/>
                <a:tab pos="6915784" algn="l"/>
                <a:tab pos="7595234" algn="l"/>
              </a:tabLst>
            </a:pPr>
            <a:r>
              <a:rPr sz="2700" spc="-25" dirty="0">
                <a:latin typeface="Arial"/>
                <a:cs typeface="Arial"/>
              </a:rPr>
              <a:t>Để</a:t>
            </a:r>
            <a:r>
              <a:rPr sz="2700" dirty="0">
                <a:latin typeface="Arial"/>
                <a:cs typeface="Arial"/>
              </a:rPr>
              <a:t>	</a:t>
            </a:r>
            <a:r>
              <a:rPr sz="2700" spc="-25" dirty="0">
                <a:latin typeface="Arial"/>
                <a:cs typeface="Arial"/>
              </a:rPr>
              <a:t>sử</a:t>
            </a:r>
            <a:r>
              <a:rPr sz="2700" dirty="0">
                <a:latin typeface="Arial"/>
                <a:cs typeface="Arial"/>
              </a:rPr>
              <a:t>	</a:t>
            </a:r>
            <a:r>
              <a:rPr sz="2700" spc="-20" dirty="0">
                <a:latin typeface="Arial"/>
                <a:cs typeface="Arial"/>
              </a:rPr>
              <a:t>dụng</a:t>
            </a:r>
            <a:r>
              <a:rPr sz="2700" dirty="0">
                <a:latin typeface="Arial"/>
                <a:cs typeface="Arial"/>
              </a:rPr>
              <a:t>	</a:t>
            </a:r>
            <a:r>
              <a:rPr sz="2700" spc="-20" dirty="0">
                <a:latin typeface="Calibri"/>
                <a:cs typeface="Calibri"/>
              </a:rPr>
              <a:t>JSTL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trong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trang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JSP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cẩn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khai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báo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thẻ</a:t>
            </a:r>
            <a:endParaRPr sz="2700" dirty="0">
              <a:latin typeface="Calibri"/>
              <a:cs typeface="Calibri"/>
            </a:endParaRPr>
          </a:p>
          <a:p>
            <a:pPr marL="355600">
              <a:lnSpc>
                <a:spcPts val="2915"/>
              </a:lnSpc>
            </a:pPr>
            <a:r>
              <a:rPr sz="2700" dirty="0">
                <a:latin typeface="Arial"/>
                <a:cs typeface="Arial"/>
              </a:rPr>
              <a:t>&lt;taglib&gt;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trên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cùng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của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mỗi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JSP.</a:t>
            </a:r>
            <a:endParaRPr sz="2700" dirty="0">
              <a:latin typeface="Arial"/>
              <a:cs typeface="Arial"/>
            </a:endParaRPr>
          </a:p>
          <a:p>
            <a:pPr marL="756285" marR="1878330" lvl="1" indent="-287020">
              <a:lnSpc>
                <a:spcPts val="23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Nhóm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core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tag</a:t>
            </a:r>
            <a:r>
              <a:rPr sz="2400" dirty="0">
                <a:latin typeface="Calibri"/>
                <a:cs typeface="Calibri"/>
              </a:rPr>
              <a:t>:&lt;%@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taglib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prefix="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" uri=</a:t>
            </a:r>
            <a:r>
              <a:rPr sz="2400" spc="-10" dirty="0">
                <a:latin typeface="Calibri"/>
                <a:cs typeface="Calibri"/>
                <a:hlinkClick r:id="rId2"/>
              </a:rPr>
              <a:t>"h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  <a:hlinkClick r:id="rId2"/>
              </a:rPr>
              <a:t>tp://java.sun.com/jsp/html/core"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  <a:p>
            <a:pPr marL="756285" marR="1362075" lvl="1" indent="-287020">
              <a:lnSpc>
                <a:spcPct val="80000"/>
              </a:lnSpc>
              <a:spcBef>
                <a:spcPts val="60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Nhóm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Formatting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Tags</a:t>
            </a:r>
            <a:r>
              <a:rPr sz="2400" spc="-2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&lt;%@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taglib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prefix="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fmt</a:t>
            </a:r>
            <a:r>
              <a:rPr sz="2400" spc="-10" dirty="0">
                <a:latin typeface="Calibri"/>
                <a:cs typeface="Calibri"/>
              </a:rPr>
              <a:t>" uri=</a:t>
            </a:r>
            <a:r>
              <a:rPr sz="2400" spc="-10" dirty="0">
                <a:latin typeface="Calibri"/>
                <a:cs typeface="Calibri"/>
                <a:hlinkClick r:id="rId3"/>
              </a:rPr>
              <a:t>"h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  <a:hlinkClick r:id="rId3"/>
              </a:rPr>
              <a:t>tp://java.sun.com/jsp/html/fmt</a:t>
            </a:r>
            <a:r>
              <a:rPr sz="2400" spc="-10" dirty="0">
                <a:latin typeface="Calibri"/>
                <a:cs typeface="Calibri"/>
              </a:rPr>
              <a:t>"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595"/>
              </a:lnSpc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Nhóm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SQL</a:t>
            </a:r>
            <a:r>
              <a:rPr sz="2400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tag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&lt;%@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taglib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prefix="sql"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ts val="2595"/>
              </a:lnSpc>
            </a:pPr>
            <a:r>
              <a:rPr sz="2400" spc="-10" dirty="0">
                <a:latin typeface="Calibri"/>
                <a:cs typeface="Calibri"/>
              </a:rPr>
              <a:t>uri=</a:t>
            </a:r>
            <a:r>
              <a:rPr sz="2400" spc="-10" dirty="0">
                <a:latin typeface="Calibri"/>
                <a:cs typeface="Calibri"/>
                <a:hlinkClick r:id="rId4"/>
              </a:rPr>
              <a:t>"h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  <a:hlinkClick r:id="rId4"/>
              </a:rPr>
              <a:t>tp://java.sun.com/jsp/html/sql"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%&gt;</a:t>
            </a:r>
            <a:endParaRPr sz="2400" dirty="0">
              <a:latin typeface="Calibri"/>
              <a:cs typeface="Calibri"/>
            </a:endParaRPr>
          </a:p>
          <a:p>
            <a:pPr marL="756285" marR="1417955" lvl="1" indent="-287020">
              <a:lnSpc>
                <a:spcPts val="2300"/>
              </a:lnSpc>
              <a:spcBef>
                <a:spcPts val="560"/>
              </a:spcBef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Nhóm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tag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&lt;%@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taglib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prefix="fn" uri=</a:t>
            </a:r>
            <a:r>
              <a:rPr sz="2400" spc="-10" dirty="0">
                <a:latin typeface="Calibri"/>
                <a:cs typeface="Calibri"/>
                <a:hlinkClick r:id="rId5"/>
              </a:rPr>
              <a:t>"h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  <a:hlinkClick r:id="rId5"/>
              </a:rPr>
              <a:t>tp://java.sun.com/jsp/html/functions</a:t>
            </a:r>
            <a:r>
              <a:rPr sz="1700" spc="-10" dirty="0">
                <a:latin typeface="Calibri"/>
                <a:cs typeface="Calibri"/>
              </a:rPr>
              <a:t>"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%&gt;</a:t>
            </a:r>
            <a:endParaRPr sz="1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8845" y="8636"/>
            <a:ext cx="3072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Nhóm</a:t>
            </a:r>
            <a:r>
              <a:rPr sz="4000" b="0" spc="-13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core</a:t>
            </a:r>
            <a:r>
              <a:rPr sz="4000" b="0" spc="-135" dirty="0">
                <a:latin typeface="Calibri"/>
                <a:cs typeface="Calibri"/>
              </a:rPr>
              <a:t> </a:t>
            </a:r>
            <a:r>
              <a:rPr sz="4000" b="0" spc="-25" dirty="0">
                <a:latin typeface="Calibri"/>
                <a:cs typeface="Calibri"/>
              </a:rPr>
              <a:t>tag</a:t>
            </a:r>
            <a:endParaRPr sz="4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4837" y="681037"/>
          <a:ext cx="8228965" cy="573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9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Thẻ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Miêu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tả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&lt;c:out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Giống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&lt;%=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...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&gt;,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nhưng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cho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Expression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&lt;c:set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Thiết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kết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quả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ước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lượng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Expression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'scope'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&lt;c:remove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Gỡ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bỏ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mục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tiêu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(từ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scope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cụ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thể,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xác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định)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&lt;c:catch&gt;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Bắt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bất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kỳ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Throwable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mà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xuất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hiện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thân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trưng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bày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một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79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cách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tùy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ý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&lt;c:if&gt;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1276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kiện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đơn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giản,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mà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ước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lượng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thân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kiện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đã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cho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&lt;c:choose&gt;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3206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kiện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đơn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giản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mà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thiết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context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cho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hoạt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động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điều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kiện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loại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trừ,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đánh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dấu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bởi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&lt;when&gt;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&lt;otherwise&gt;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&lt;c:when&gt;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2292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&lt;choose&gt;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mà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include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thân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kiện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được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ước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lượng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&lt;c:otherwise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3683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&lt;choose&gt;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mà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theo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sau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&lt;when&gt;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chỉ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chạy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tất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cả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kiện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trước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ước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lượng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'false'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&lt;c:import&gt;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29209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Thu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nhận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URL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tuyệt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đối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quan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hệ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trưng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bày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nội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dung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4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tới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đó,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String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'var',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Reader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'varReader'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&lt;c:forEach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6896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lặp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cơ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bản,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chấp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nhận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nhiều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kiểu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tập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hợp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khác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nhau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hỗ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trợ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subsetting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(chia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tập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con)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năng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khác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&lt;c:forTokens&gt;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Lặp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qua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token,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phân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biệt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bởi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dấu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phân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tách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(delimiter)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đã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7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cung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cấp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&lt;c:param&gt;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Thêm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parameter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tới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URL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đang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chứa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'import'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&lt;c:redirect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Redirect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tới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URL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mới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Thẻ</a:t>
                      </a:r>
                      <a:r>
                        <a:rPr sz="1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&lt;c:url&gt;</a:t>
                      </a:r>
                      <a:r>
                        <a:rPr sz="1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JSTL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Tạo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URL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với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tham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số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truy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vấn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tùy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ý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9992" y="84836"/>
            <a:ext cx="4683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Nhóm</a:t>
            </a:r>
            <a:r>
              <a:rPr sz="4000" b="0" spc="-120" dirty="0">
                <a:latin typeface="Calibri"/>
                <a:cs typeface="Calibri"/>
              </a:rPr>
              <a:t> </a:t>
            </a:r>
            <a:r>
              <a:rPr sz="4000" b="0" spc="-20" dirty="0">
                <a:latin typeface="Calibri"/>
                <a:cs typeface="Calibri"/>
              </a:rPr>
              <a:t>Formatting</a:t>
            </a:r>
            <a:r>
              <a:rPr sz="4000" b="0" spc="-120" dirty="0">
                <a:latin typeface="Calibri"/>
                <a:cs typeface="Calibri"/>
              </a:rPr>
              <a:t> </a:t>
            </a:r>
            <a:r>
              <a:rPr sz="4000" b="0" spc="-20" dirty="0">
                <a:latin typeface="Calibri"/>
                <a:cs typeface="Calibri"/>
              </a:rPr>
              <a:t>Tags</a:t>
            </a:r>
            <a:endParaRPr sz="4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" y="909637"/>
          <a:ext cx="8244840" cy="4625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Thẻ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Miêu</a:t>
                      </a: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tả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&lt;fmt:formatNumber&gt;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Trả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lại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giá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trị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với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dạng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cụ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thể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&lt;fmt:parseNumber&gt;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Parse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biểu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diễn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số,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tiền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tệ,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trăm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&lt;fmt:formatDate&gt;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dạng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date/time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bởi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sử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dụng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Style và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Pattern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cho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&lt;fmt:parseDate&gt;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Parse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biểu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diễn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chuỗi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của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date/time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&lt;fmt:bundle&gt;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Tải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Bundle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để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sử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dụng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bởi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thân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3409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&lt;fmt:setLocale&gt;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Lưu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giữ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Locale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cho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cấu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hình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locale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&lt;fmt:setBundle&gt;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Tải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Bundle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lưu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giữ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scope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đã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đặt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tên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cấu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hình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bundle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&lt;fmt:timeZone&gt;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marR="2254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Xác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timezone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cho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bất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kỳ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dạng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nào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parse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action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lặp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thân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nó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&lt;fmt:setTimeZone&gt;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Lưu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giữ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timezone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cung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câp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cấu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hình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zone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đó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&lt;fmt:message&gt;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Hiển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thị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thông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báo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đa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ngôn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ngữ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&lt;fmt:requestEncoding&gt;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Thiết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lập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mã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hóa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ký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tự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cho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request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580" y="461899"/>
            <a:ext cx="59442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Nhóm</a:t>
            </a:r>
            <a:r>
              <a:rPr sz="4400" b="0" spc="-8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SQL</a:t>
            </a:r>
            <a:r>
              <a:rPr sz="4400" b="0" spc="-90" dirty="0">
                <a:latin typeface="Calibri"/>
                <a:cs typeface="Calibri"/>
              </a:rPr>
              <a:t> </a:t>
            </a:r>
            <a:r>
              <a:rPr sz="4400" b="0" spc="-25" dirty="0">
                <a:latin typeface="Calibri"/>
                <a:cs typeface="Calibri"/>
              </a:rPr>
              <a:t>Tags</a:t>
            </a:r>
            <a:r>
              <a:rPr sz="4400" b="0" spc="-6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trong</a:t>
            </a:r>
            <a:r>
              <a:rPr sz="4400" b="0" spc="-80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JSTL</a:t>
            </a:r>
            <a:endParaRPr sz="4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9637" y="1530159"/>
          <a:ext cx="6746240" cy="4244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Miêu</a:t>
                      </a: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tả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127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&lt;sql:setDataSource&gt;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6661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Tạo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DataSource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đơn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giản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chỉ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thích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hợp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cho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prototype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&lt;sql:query&gt;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152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Thực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thi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SQL</a:t>
                      </a:r>
                      <a:r>
                        <a:rPr sz="16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query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nghĩa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thân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thông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qua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thuộc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sql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000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&lt;sql:update&gt;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028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Thực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thi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SQL</a:t>
                      </a:r>
                      <a:r>
                        <a:rPr sz="16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định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nghĩa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thân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nó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hoặc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thông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quan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thuộc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sql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&lt;sql:param&gt;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936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Thiết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parameter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lệnh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SQL</a:t>
                      </a:r>
                      <a:r>
                        <a:rPr sz="16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tới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giá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trị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xác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định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06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&lt;sql:dateParam&gt;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936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Thiết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parameter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lệnh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SQL</a:t>
                      </a:r>
                      <a:r>
                        <a:rPr sz="16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tới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giá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trị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java.util.Date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xác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định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5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7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&lt;sql:transaction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&gt;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038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Cung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cấp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tử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database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action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lặp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với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Connection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chia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sẻ,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thiết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để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thực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thi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tất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cả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lệnh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658" y="312946"/>
            <a:ext cx="7397750" cy="9874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4000" b="0" dirty="0">
                <a:latin typeface="Calibri"/>
                <a:cs typeface="Calibri"/>
              </a:rPr>
              <a:t>Nhóm</a:t>
            </a:r>
            <a:r>
              <a:rPr sz="4000" b="0" spc="-10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JSTL</a:t>
            </a:r>
            <a:r>
              <a:rPr sz="4000" b="0" spc="-9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Functions</a:t>
            </a:r>
            <a:endParaRPr sz="4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000" b="0" dirty="0">
                <a:latin typeface="Calibri"/>
                <a:cs typeface="Calibri"/>
              </a:rPr>
              <a:t>&lt;%@</a:t>
            </a:r>
            <a:r>
              <a:rPr sz="2000" b="0" spc="2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taglib</a:t>
            </a:r>
            <a:r>
              <a:rPr sz="2000" b="0" spc="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prefix="fn"</a:t>
            </a:r>
            <a:r>
              <a:rPr sz="2000" b="0" spc="30" dirty="0">
                <a:latin typeface="Calibri"/>
                <a:cs typeface="Calibri"/>
              </a:rPr>
              <a:t> </a:t>
            </a:r>
            <a:r>
              <a:rPr sz="2000" b="0" spc="-10" dirty="0">
                <a:latin typeface="Calibri"/>
                <a:cs typeface="Calibri"/>
              </a:rPr>
              <a:t>uri</a:t>
            </a:r>
            <a:r>
              <a:rPr sz="2000" b="0" spc="-10" dirty="0">
                <a:latin typeface="Calibri"/>
                <a:cs typeface="Calibri"/>
                <a:hlinkClick r:id="rId2"/>
              </a:rPr>
              <a:t>="h</a:t>
            </a:r>
            <a:r>
              <a:rPr sz="2000" b="0" spc="-10" dirty="0">
                <a:latin typeface="Calibri"/>
                <a:cs typeface="Calibri"/>
              </a:rPr>
              <a:t>t</a:t>
            </a:r>
            <a:r>
              <a:rPr sz="2000" b="0" spc="-10" dirty="0">
                <a:latin typeface="Calibri"/>
                <a:cs typeface="Calibri"/>
                <a:hlinkClick r:id="rId2"/>
              </a:rPr>
              <a:t>tp:</a:t>
            </a:r>
            <a:r>
              <a:rPr sz="2000" b="0" spc="-10" dirty="0">
                <a:latin typeface="Calibri"/>
                <a:cs typeface="Calibri"/>
              </a:rPr>
              <a:t>/</a:t>
            </a:r>
            <a:r>
              <a:rPr sz="2000" b="0" spc="-10" dirty="0">
                <a:latin typeface="Calibri"/>
                <a:cs typeface="Calibri"/>
                <a:hlinkClick r:id="rId2"/>
              </a:rPr>
              <a:t>/java.sun.com/jsp/html/functions</a:t>
            </a:r>
            <a:r>
              <a:rPr sz="1600" b="0" spc="-10" dirty="0">
                <a:latin typeface="Calibri"/>
                <a:cs typeface="Calibri"/>
              </a:rPr>
              <a:t>"</a:t>
            </a:r>
            <a:r>
              <a:rPr sz="1600" b="0" spc="-15" dirty="0">
                <a:latin typeface="Calibri"/>
                <a:cs typeface="Calibri"/>
              </a:rPr>
              <a:t> </a:t>
            </a:r>
            <a:r>
              <a:rPr sz="1600" b="0" spc="-25" dirty="0">
                <a:latin typeface="Calibri"/>
                <a:cs typeface="Calibri"/>
              </a:rPr>
              <a:t>%&gt;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7237" y="1402651"/>
          <a:ext cx="7620634" cy="5010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Hàm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Miêu</a:t>
                      </a: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tả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fn:contains()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chứa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fn:containsIgnoreCase()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marR="520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chứa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cho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trường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hợp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không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phân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biệt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kiểu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chữ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fn:endsWith()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kết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thúc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với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suffix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fn:escapeXml()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ký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tự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thoát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mà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có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thể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phiên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dịch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như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XML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markup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fn:indexOf()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Trả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index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bên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sự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xuất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hiện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đầu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tiên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phụ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fn:join()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Kết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hợp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tất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cả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tử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mảng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thành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chuỗi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fn:length()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Trả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số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item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tập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hợp,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hoặc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số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ký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tự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chuỗi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fn:replace()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Trả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kết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quả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việc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thay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thế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với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chuỗi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667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fn:split()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Chia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chuỗi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thành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mảng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chuỗi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phụ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fn:startsWith()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Kiểm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nếu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bắt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đầu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với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prefix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fn:substring()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Trả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tập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của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chuỗi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fn:substringAfter()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Trả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tập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sau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fn:substringBefore()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Trả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tập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trước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đã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cho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fn:toLowerCase()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đổi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tất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ký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tự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thành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chữ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thường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fn:toUpperCase()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Biến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đổi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tất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cả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ký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tự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chuỗi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thành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chữ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hoa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fn:trim()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Gỡ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bỏ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khoảng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trống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trắng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từ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hai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đầu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chuỗi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5741619"/>
            <a:ext cx="48596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24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gòn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24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06" y="5549366"/>
            <a:ext cx="2122526" cy="1133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4489450" y="2209800"/>
            <a:ext cx="3213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</a:rPr>
              <a:t>Mô</a:t>
            </a:r>
            <a:r>
              <a:rPr sz="4000" spc="-7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hình</a:t>
            </a:r>
            <a:r>
              <a:rPr sz="4000" spc="-70" dirty="0">
                <a:solidFill>
                  <a:srgbClr val="FF0000"/>
                </a:solidFill>
              </a:rPr>
              <a:t> </a:t>
            </a:r>
            <a:r>
              <a:rPr sz="4000" spc="-25" dirty="0">
                <a:solidFill>
                  <a:srgbClr val="FF0000"/>
                </a:solidFill>
              </a:rPr>
              <a:t>MVC</a:t>
            </a:r>
            <a:endParaRPr sz="4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7392" y="6430771"/>
            <a:ext cx="2432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613142" y="6430771"/>
            <a:ext cx="765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7392" y="6628088"/>
            <a:ext cx="183705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833621" y="188163"/>
            <a:ext cx="1477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60" dirty="0"/>
              <a:t> </a:t>
            </a:r>
            <a:r>
              <a:rPr spc="-20" dirty="0"/>
              <a:t>Dung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739" y="776376"/>
            <a:ext cx="6524625" cy="2586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Clr>
                <a:srgbClr val="CC9900"/>
              </a:buClr>
              <a:buSzPct val="69642"/>
              <a:buFont typeface="Wingdings"/>
              <a:buChar char=""/>
              <a:tabLst>
                <a:tab pos="299720" algn="l"/>
              </a:tabLst>
            </a:pP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Mô</a:t>
            </a:r>
            <a:r>
              <a:rPr sz="28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hình</a:t>
            </a:r>
            <a:r>
              <a:rPr sz="28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MVC</a:t>
            </a:r>
            <a:r>
              <a:rPr sz="28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92929"/>
                </a:solidFill>
                <a:latin typeface="Arial"/>
                <a:cs typeface="Arial"/>
              </a:rPr>
              <a:t>(Model-</a:t>
            </a:r>
            <a:r>
              <a:rPr sz="2800" spc="-35" dirty="0">
                <a:solidFill>
                  <a:srgbClr val="292929"/>
                </a:solidFill>
                <a:latin typeface="Arial"/>
                <a:cs typeface="Arial"/>
              </a:rPr>
              <a:t>View-</a:t>
            </a:r>
            <a:r>
              <a:rPr sz="2800" spc="-10" dirty="0">
                <a:solidFill>
                  <a:srgbClr val="292929"/>
                </a:solidFill>
                <a:latin typeface="Arial"/>
                <a:cs typeface="Arial"/>
              </a:rPr>
              <a:t>Control)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Clr>
                <a:srgbClr val="CC9900"/>
              </a:buClr>
              <a:buSzPct val="69642"/>
              <a:buFont typeface="Wingdings"/>
              <a:buChar char=""/>
              <a:tabLst>
                <a:tab pos="299720" algn="l"/>
              </a:tabLst>
            </a:pP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JSP</a:t>
            </a:r>
            <a:r>
              <a:rPr sz="2800" spc="-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/</a:t>
            </a:r>
            <a:r>
              <a:rPr sz="28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92929"/>
                </a:solidFill>
                <a:latin typeface="Arial"/>
                <a:cs typeface="Arial"/>
              </a:rPr>
              <a:t>Servlet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Clr>
                <a:srgbClr val="CC9900"/>
              </a:buClr>
              <a:buSzPct val="69642"/>
              <a:buFont typeface="Wingdings"/>
              <a:buChar char=""/>
              <a:tabLst>
                <a:tab pos="299720" algn="l"/>
              </a:tabLst>
            </a:pP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Cấu</a:t>
            </a:r>
            <a:r>
              <a:rPr sz="28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trúc</a:t>
            </a:r>
            <a:r>
              <a:rPr sz="2800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ứng</a:t>
            </a:r>
            <a:r>
              <a:rPr sz="28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dụng</a:t>
            </a:r>
            <a:r>
              <a:rPr sz="28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web</a:t>
            </a:r>
            <a:r>
              <a:rPr sz="28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Clr>
                <a:srgbClr val="CC9900"/>
              </a:buClr>
              <a:buSzPct val="69642"/>
              <a:buFont typeface="Wingdings"/>
              <a:buChar char=""/>
              <a:tabLst>
                <a:tab pos="299720" algn="l"/>
              </a:tabLst>
            </a:pP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Mô</a:t>
            </a:r>
            <a:r>
              <a:rPr sz="28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hình</a:t>
            </a:r>
            <a:r>
              <a:rPr sz="28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MVC</a:t>
            </a:r>
            <a:r>
              <a:rPr sz="28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trong</a:t>
            </a:r>
            <a:r>
              <a:rPr sz="28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ứng</a:t>
            </a:r>
            <a:r>
              <a:rPr sz="2800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dụng</a:t>
            </a:r>
            <a:r>
              <a:rPr sz="2800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web</a:t>
            </a:r>
            <a:r>
              <a:rPr sz="28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Clr>
                <a:srgbClr val="CC9900"/>
              </a:buClr>
              <a:buSzPct val="69642"/>
              <a:buFont typeface="Wingdings"/>
              <a:buChar char=""/>
              <a:tabLst>
                <a:tab pos="299720" algn="l"/>
              </a:tabLst>
            </a:pP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Ví</a:t>
            </a:r>
            <a:r>
              <a:rPr sz="28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29"/>
                </a:solidFill>
                <a:latin typeface="Arial"/>
                <a:cs typeface="Arial"/>
              </a:rPr>
              <a:t>dụ</a:t>
            </a:r>
            <a:r>
              <a:rPr sz="2800" spc="-25" dirty="0">
                <a:solidFill>
                  <a:srgbClr val="292929"/>
                </a:solidFill>
                <a:latin typeface="Arial"/>
                <a:cs typeface="Arial"/>
              </a:rPr>
              <a:t> mẫu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7392" y="6430771"/>
            <a:ext cx="2432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676131" y="5751576"/>
            <a:ext cx="321945" cy="147955"/>
          </a:xfrm>
          <a:custGeom>
            <a:avLst/>
            <a:gdLst/>
            <a:ahLst/>
            <a:cxnLst/>
            <a:rect l="l" t="t" r="r" b="b"/>
            <a:pathLst>
              <a:path w="321945" h="147954">
                <a:moveTo>
                  <a:pt x="321564" y="0"/>
                </a:moveTo>
                <a:lnTo>
                  <a:pt x="0" y="0"/>
                </a:lnTo>
                <a:lnTo>
                  <a:pt x="0" y="147828"/>
                </a:lnTo>
                <a:lnTo>
                  <a:pt x="321564" y="147828"/>
                </a:lnTo>
                <a:lnTo>
                  <a:pt x="321564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76207" y="5779719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92929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392" y="6628088"/>
            <a:ext cx="183705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39973" y="188163"/>
            <a:ext cx="34626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</a:t>
            </a:r>
            <a:r>
              <a:rPr spc="-40" dirty="0"/>
              <a:t> </a:t>
            </a:r>
            <a:r>
              <a:rPr dirty="0"/>
              <a:t>sánh</a:t>
            </a:r>
            <a:r>
              <a:rPr spc="-30" dirty="0"/>
              <a:t> </a:t>
            </a:r>
            <a:r>
              <a:rPr spc="-20" dirty="0"/>
              <a:t>JSP</a:t>
            </a:r>
            <a:r>
              <a:rPr spc="-160" dirty="0"/>
              <a:t> </a:t>
            </a:r>
            <a:r>
              <a:rPr dirty="0"/>
              <a:t>và</a:t>
            </a:r>
            <a:r>
              <a:rPr spc="-20" dirty="0"/>
              <a:t> </a:t>
            </a:r>
            <a:r>
              <a:rPr spc="-10" dirty="0"/>
              <a:t>Servlet</a:t>
            </a: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50850" y="1060450"/>
          <a:ext cx="8077200" cy="4493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JSP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ISP</a:t>
                      </a:r>
                      <a:r>
                        <a:rPr sz="1400" spc="-6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là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“Webpage</a:t>
                      </a:r>
                      <a:r>
                        <a:rPr sz="1400" spc="-6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Scripting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language”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Được</a:t>
                      </a:r>
                      <a:r>
                        <a:rPr sz="1400" spc="-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chuyển</a:t>
                      </a:r>
                      <a:r>
                        <a:rPr sz="1400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vào</a:t>
                      </a:r>
                      <a:r>
                        <a:rPr sz="1400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servlet</a:t>
                      </a:r>
                      <a:r>
                        <a:rPr sz="1400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khi</a:t>
                      </a:r>
                      <a:r>
                        <a:rPr sz="1400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chạy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Là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một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chương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trình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được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biên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dịch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Nhúng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code</a:t>
                      </a:r>
                      <a:r>
                        <a:rPr sz="1400" spc="-5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vào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HTML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&lt;html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&gt;&lt;%</a:t>
                      </a:r>
                      <a:r>
                        <a:rPr sz="1400" spc="-5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400" spc="-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</a:t>
                      </a:r>
                      <a:r>
                        <a:rPr sz="1400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14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&gt;&lt;/html&gt;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Sử</a:t>
                      </a:r>
                      <a:r>
                        <a:rPr sz="1400" spc="-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dụng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thẻ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html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thông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qua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lệnh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print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..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out.print(“html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code”);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Chạy</a:t>
                      </a:r>
                      <a:r>
                        <a:rPr sz="1400" spc="-4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chậm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Chạy</a:t>
                      </a:r>
                      <a:r>
                        <a:rPr sz="1400" spc="-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nhanh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67945" marR="2749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Sử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dụng</a:t>
                      </a:r>
                      <a:r>
                        <a:rPr sz="14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4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thiết</a:t>
                      </a:r>
                      <a:r>
                        <a:rPr sz="1400" spc="-4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kế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giao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diện.</a:t>
                      </a:r>
                      <a:r>
                        <a:rPr sz="1400" spc="-5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mô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hình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MVC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JSP</a:t>
                      </a:r>
                      <a:r>
                        <a:rPr sz="1400" spc="-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đóng</a:t>
                      </a:r>
                      <a:r>
                        <a:rPr sz="1400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vai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trò</a:t>
                      </a:r>
                      <a:r>
                        <a:rPr sz="1400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View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2908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Xử</a:t>
                      </a:r>
                      <a:r>
                        <a:rPr sz="1400" spc="-4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lý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tác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vụ.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Trong</a:t>
                      </a:r>
                      <a:r>
                        <a:rPr sz="14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mô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hình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MVC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Servlet</a:t>
                      </a:r>
                      <a:r>
                        <a:rPr sz="1400" spc="-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đóng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vai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trò</a:t>
                      </a:r>
                      <a:r>
                        <a:rPr sz="1400" spc="-3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Controller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Có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thể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xây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dựng</a:t>
                      </a:r>
                      <a:r>
                        <a:rPr sz="1400" spc="-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các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tag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mới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sử</a:t>
                      </a:r>
                      <a:r>
                        <a:rPr sz="1400" spc="-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dụng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400" spc="-9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Không</a:t>
                      </a:r>
                      <a:r>
                        <a:rPr sz="14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xây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dựng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thêm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Không</a:t>
                      </a:r>
                      <a:r>
                        <a:rPr sz="1400" spc="-4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cần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biên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dịch</a:t>
                      </a:r>
                      <a:r>
                        <a:rPr sz="1400" spc="-4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lại</a:t>
                      </a:r>
                      <a:r>
                        <a:rPr sz="1400" spc="-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khi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thay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đổi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Khó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khăn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khi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kết</a:t>
                      </a:r>
                      <a:r>
                        <a:rPr sz="14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xuất</a:t>
                      </a:r>
                      <a:r>
                        <a:rPr sz="1400" spc="-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kết</a:t>
                      </a:r>
                      <a:r>
                        <a:rPr sz="14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quả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Mạnh</a:t>
                      </a:r>
                      <a:r>
                        <a:rPr sz="14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hiển</a:t>
                      </a:r>
                      <a:r>
                        <a:rPr sz="1400" spc="-3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thị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Mạnh</a:t>
                      </a:r>
                      <a:r>
                        <a:rPr sz="14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xử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lý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43478" y="188163"/>
            <a:ext cx="2257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Mô</a:t>
            </a:r>
            <a:r>
              <a:rPr spc="-50" dirty="0"/>
              <a:t> </a:t>
            </a:r>
            <a:r>
              <a:rPr dirty="0"/>
              <a:t>hình</a:t>
            </a:r>
            <a:r>
              <a:rPr spc="-45" dirty="0"/>
              <a:t> </a:t>
            </a:r>
            <a:r>
              <a:rPr spc="-25" dirty="0"/>
              <a:t>MVC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7392" y="6445208"/>
            <a:ext cx="2432685" cy="379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13142" y="6445208"/>
            <a:ext cx="765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000" y="868883"/>
            <a:ext cx="10439399" cy="3808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Clr>
                <a:srgbClr val="CC9900"/>
              </a:buClr>
              <a:buSzPct val="68181"/>
              <a:buFont typeface="Wingdings"/>
              <a:buChar char=""/>
              <a:tabLst>
                <a:tab pos="299720" algn="l"/>
              </a:tabLst>
            </a:pP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Ý</a:t>
            </a:r>
            <a:r>
              <a:rPr sz="2200" spc="1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tưởng</a:t>
            </a:r>
            <a:r>
              <a:rPr sz="220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chính</a:t>
            </a:r>
            <a:r>
              <a:rPr sz="220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của</a:t>
            </a:r>
            <a:r>
              <a:rPr sz="2200" spc="17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MVC</a:t>
            </a:r>
            <a:r>
              <a:rPr sz="220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là</a:t>
            </a:r>
            <a:r>
              <a:rPr sz="220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tách</a:t>
            </a:r>
            <a:r>
              <a:rPr sz="2200" spc="17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rời</a:t>
            </a:r>
            <a:r>
              <a:rPr sz="2200" spc="1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mức</a:t>
            </a:r>
            <a:r>
              <a:rPr sz="2200" spc="17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tác</a:t>
            </a:r>
            <a:r>
              <a:rPr sz="220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nghiệp</a:t>
            </a:r>
            <a:r>
              <a:rPr sz="2200" spc="17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(business</a:t>
            </a:r>
            <a:r>
              <a:rPr sz="2200" spc="17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logic)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và</a:t>
            </a:r>
            <a:r>
              <a:rPr sz="2200" spc="30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mức</a:t>
            </a:r>
            <a:r>
              <a:rPr sz="2200" spc="2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thể</a:t>
            </a:r>
            <a:r>
              <a:rPr sz="2200" spc="30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hiện</a:t>
            </a:r>
            <a:r>
              <a:rPr sz="2200" spc="2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(UI)</a:t>
            </a:r>
            <a:r>
              <a:rPr sz="2200" spc="28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trong</a:t>
            </a:r>
            <a:r>
              <a:rPr sz="2200" spc="30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chương</a:t>
            </a:r>
            <a:r>
              <a:rPr sz="2200" spc="30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trình,</a:t>
            </a:r>
            <a:r>
              <a:rPr sz="2200" spc="2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cho</a:t>
            </a:r>
            <a:r>
              <a:rPr sz="2200" spc="3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phép</a:t>
            </a:r>
            <a:r>
              <a:rPr sz="2200" spc="29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chúng</a:t>
            </a:r>
            <a:r>
              <a:rPr sz="2200" spc="30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thay</a:t>
            </a:r>
            <a:r>
              <a:rPr sz="2200" spc="28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đổi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độc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lập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mà</a:t>
            </a:r>
            <a:r>
              <a:rPr sz="2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không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làm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ảnh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hưởng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lẫn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nhau.</a:t>
            </a:r>
            <a:endParaRPr sz="2200" dirty="0">
              <a:latin typeface="Arial"/>
              <a:cs typeface="Arial"/>
            </a:endParaRPr>
          </a:p>
          <a:p>
            <a:pPr marL="299085" indent="-287020" algn="just">
              <a:lnSpc>
                <a:spcPct val="100000"/>
              </a:lnSpc>
              <a:spcBef>
                <a:spcPts val="530"/>
              </a:spcBef>
              <a:buClr>
                <a:srgbClr val="CC9900"/>
              </a:buClr>
              <a:buSzPct val="68181"/>
              <a:buFont typeface="Wingdings"/>
              <a:buChar char=""/>
              <a:tabLst>
                <a:tab pos="299720" algn="l"/>
              </a:tabLst>
            </a:pP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MVC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tách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rời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business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logic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và</a:t>
            </a:r>
            <a:r>
              <a:rPr sz="2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UI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thành</a:t>
            </a:r>
            <a:r>
              <a:rPr sz="2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3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vai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trò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trong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ứng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dụng:</a:t>
            </a:r>
            <a:endParaRPr sz="2200" dirty="0">
              <a:latin typeface="Arial"/>
              <a:cs typeface="Arial"/>
            </a:endParaRPr>
          </a:p>
          <a:p>
            <a:pPr marL="641985" marR="8255" lvl="1" indent="-228600" algn="just">
              <a:lnSpc>
                <a:spcPct val="100000"/>
              </a:lnSpc>
              <a:spcBef>
                <a:spcPts val="530"/>
              </a:spcBef>
              <a:buClr>
                <a:srgbClr val="999933"/>
              </a:buClr>
              <a:buSzPct val="63636"/>
              <a:buFont typeface="Wingdings"/>
              <a:buChar char=""/>
              <a:tabLst>
                <a:tab pos="642620" algn="l"/>
              </a:tabLst>
            </a:pP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Model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:</a:t>
            </a:r>
            <a:r>
              <a:rPr sz="2200" spc="1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có</a:t>
            </a:r>
            <a:r>
              <a:rPr sz="2200" spc="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nhiệm</a:t>
            </a:r>
            <a:r>
              <a:rPr sz="2200" spc="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vụ</a:t>
            </a:r>
            <a:r>
              <a:rPr sz="2200" spc="1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đóng</a:t>
            </a:r>
            <a:r>
              <a:rPr sz="2200" spc="1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gói</a:t>
            </a:r>
            <a:r>
              <a:rPr sz="2200" spc="1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dữ</a:t>
            </a:r>
            <a:r>
              <a:rPr sz="2200" spc="1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liệu</a:t>
            </a:r>
            <a:r>
              <a:rPr sz="2200" spc="1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của</a:t>
            </a:r>
            <a:r>
              <a:rPr sz="2200" spc="1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ứng</a:t>
            </a:r>
            <a:r>
              <a:rPr sz="2200" spc="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dụng</a:t>
            </a:r>
            <a:r>
              <a:rPr sz="2200" spc="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cho</a:t>
            </a:r>
            <a:r>
              <a:rPr sz="2200" spc="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view</a:t>
            </a:r>
            <a:r>
              <a:rPr sz="2200" b="1" i="1" spc="1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thể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hiện.</a:t>
            </a:r>
            <a:endParaRPr sz="2200" dirty="0">
              <a:latin typeface="Arial"/>
              <a:cs typeface="Arial"/>
            </a:endParaRPr>
          </a:p>
          <a:p>
            <a:pPr marL="641985" lvl="1" indent="-229235" algn="just">
              <a:lnSpc>
                <a:spcPct val="100000"/>
              </a:lnSpc>
              <a:spcBef>
                <a:spcPts val="525"/>
              </a:spcBef>
              <a:buClr>
                <a:srgbClr val="999933"/>
              </a:buClr>
              <a:buSzPct val="63636"/>
              <a:buFont typeface="Wingdings"/>
              <a:buChar char=""/>
              <a:tabLst>
                <a:tab pos="642620" algn="l"/>
              </a:tabLst>
            </a:pP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View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: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chỉ</a:t>
            </a:r>
            <a:r>
              <a:rPr sz="22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hiển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thị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dữ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liệu,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không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có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bất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cứ</a:t>
            </a:r>
            <a:r>
              <a:rPr sz="22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sự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tác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nghiệp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nào.(JSP)</a:t>
            </a:r>
            <a:endParaRPr sz="2200" dirty="0">
              <a:latin typeface="Arial"/>
              <a:cs typeface="Arial"/>
            </a:endParaRPr>
          </a:p>
          <a:p>
            <a:pPr marL="641985" marR="6350" lvl="1" indent="-228600" algn="just">
              <a:lnSpc>
                <a:spcPct val="100000"/>
              </a:lnSpc>
              <a:spcBef>
                <a:spcPts val="530"/>
              </a:spcBef>
              <a:buClr>
                <a:srgbClr val="999933"/>
              </a:buClr>
              <a:buSzPct val="63636"/>
              <a:buFont typeface="Wingdings"/>
              <a:buChar char=""/>
              <a:tabLst>
                <a:tab pos="642620" algn="l"/>
              </a:tabLst>
            </a:pP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Controller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:</a:t>
            </a:r>
            <a:r>
              <a:rPr sz="220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có</a:t>
            </a:r>
            <a:r>
              <a:rPr sz="2200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nhiệm</a:t>
            </a:r>
            <a:r>
              <a:rPr sz="220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vụ</a:t>
            </a:r>
            <a:r>
              <a:rPr sz="220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nhận</a:t>
            </a:r>
            <a:r>
              <a:rPr sz="2200" spc="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yêu cầu</a:t>
            </a:r>
            <a:r>
              <a:rPr sz="220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từ</a:t>
            </a:r>
            <a:r>
              <a:rPr sz="2200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người</a:t>
            </a:r>
            <a:r>
              <a:rPr sz="220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dùng,</a:t>
            </a:r>
            <a:r>
              <a:rPr sz="2200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gọi</a:t>
            </a:r>
            <a:r>
              <a:rPr sz="2200" spc="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các</a:t>
            </a:r>
            <a:r>
              <a:rPr sz="220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"/>
                <a:cs typeface="Arial"/>
              </a:rPr>
              <a:t>dịch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vụ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tác</a:t>
            </a:r>
            <a:r>
              <a:rPr sz="2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nghiệp,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sau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đó</a:t>
            </a:r>
            <a:r>
              <a:rPr sz="22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trả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về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dữ</a:t>
            </a:r>
            <a:r>
              <a:rPr sz="2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liệu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cho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view</a:t>
            </a:r>
            <a:r>
              <a:rPr sz="2200" b="1" i="1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hiển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thị.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(Servlet)</a:t>
            </a:r>
            <a:endParaRPr sz="22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999933"/>
              </a:buClr>
              <a:buFont typeface="Wingdings"/>
              <a:buChar char=""/>
            </a:pPr>
            <a:endParaRPr sz="3200" dirty="0">
              <a:latin typeface="Arial"/>
              <a:cs typeface="Arial"/>
            </a:endParaRPr>
          </a:p>
          <a:p>
            <a:pPr marL="299085" indent="-287020" algn="just">
              <a:lnSpc>
                <a:spcPct val="100000"/>
              </a:lnSpc>
              <a:spcBef>
                <a:spcPts val="5"/>
              </a:spcBef>
              <a:buClr>
                <a:srgbClr val="CC9900"/>
              </a:buClr>
              <a:buSzPct val="68181"/>
              <a:buFont typeface="Wingdings"/>
              <a:buChar char=""/>
              <a:tabLst>
                <a:tab pos="299720" algn="l"/>
              </a:tabLst>
            </a:pP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Một</a:t>
            </a:r>
            <a:r>
              <a:rPr sz="2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model</a:t>
            </a:r>
            <a:r>
              <a:rPr sz="2200" b="1" i="1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có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thể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có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nhiều</a:t>
            </a:r>
            <a:r>
              <a:rPr sz="2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92929"/>
                </a:solidFill>
                <a:latin typeface="Arial"/>
                <a:cs typeface="Arial"/>
              </a:rPr>
              <a:t>view</a:t>
            </a:r>
            <a:r>
              <a:rPr sz="2200" b="1" i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khác</a:t>
            </a:r>
            <a:r>
              <a:rPr sz="22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"/>
                <a:cs typeface="Arial"/>
              </a:rPr>
              <a:t>nhau.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</a:rPr>
              <a:t>Mô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hình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MVC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(tt)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0561" y="1466850"/>
            <a:ext cx="4724399" cy="41910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77392" y="6445208"/>
            <a:ext cx="2432685" cy="379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13142" y="6445208"/>
            <a:ext cx="765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355" rIns="0" bIns="0" rtlCol="0">
            <a:spAutoFit/>
          </a:bodyPr>
          <a:lstStyle/>
          <a:p>
            <a:pPr marL="1403985">
              <a:lnSpc>
                <a:spcPct val="100000"/>
              </a:lnSpc>
              <a:spcBef>
                <a:spcPts val="95"/>
              </a:spcBef>
            </a:pPr>
            <a:r>
              <a:rPr dirty="0"/>
              <a:t>Mô</a:t>
            </a:r>
            <a:r>
              <a:rPr spc="-70" dirty="0"/>
              <a:t> </a:t>
            </a:r>
            <a:r>
              <a:rPr dirty="0"/>
              <a:t>hình</a:t>
            </a:r>
            <a:r>
              <a:rPr spc="-75" dirty="0"/>
              <a:t> </a:t>
            </a:r>
            <a:r>
              <a:rPr dirty="0"/>
              <a:t>MVC</a:t>
            </a:r>
            <a:r>
              <a:rPr spc="-65" dirty="0"/>
              <a:t> </a:t>
            </a:r>
            <a:r>
              <a:rPr dirty="0"/>
              <a:t>trong</a:t>
            </a:r>
            <a:r>
              <a:rPr spc="-70" dirty="0"/>
              <a:t> </a:t>
            </a:r>
            <a:r>
              <a:rPr dirty="0"/>
              <a:t>ứng</a:t>
            </a:r>
            <a:r>
              <a:rPr spc="-65" dirty="0"/>
              <a:t> </a:t>
            </a:r>
            <a:r>
              <a:rPr dirty="0"/>
              <a:t>dụng</a:t>
            </a:r>
            <a:r>
              <a:rPr spc="-75" dirty="0"/>
              <a:t> </a:t>
            </a:r>
            <a:r>
              <a:rPr dirty="0"/>
              <a:t>web</a:t>
            </a:r>
            <a:r>
              <a:rPr spc="-35" dirty="0"/>
              <a:t> </a:t>
            </a:r>
            <a:r>
              <a:rPr spc="-20" dirty="0"/>
              <a:t>java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0775" y="1371606"/>
            <a:ext cx="3981450" cy="405802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77392" y="6445208"/>
            <a:ext cx="2432685" cy="379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13142" y="6445208"/>
            <a:ext cx="765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11986" y="188163"/>
            <a:ext cx="6714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Mô</a:t>
            </a:r>
            <a:r>
              <a:rPr spc="-70" dirty="0"/>
              <a:t> </a:t>
            </a:r>
            <a:r>
              <a:rPr dirty="0"/>
              <a:t>hình</a:t>
            </a:r>
            <a:r>
              <a:rPr spc="-70" dirty="0"/>
              <a:t> </a:t>
            </a:r>
            <a:r>
              <a:rPr dirty="0"/>
              <a:t>MVC</a:t>
            </a:r>
            <a:r>
              <a:rPr spc="-60" dirty="0"/>
              <a:t> </a:t>
            </a:r>
            <a:r>
              <a:rPr dirty="0"/>
              <a:t>trong</a:t>
            </a:r>
            <a:r>
              <a:rPr spc="-70" dirty="0"/>
              <a:t> </a:t>
            </a:r>
            <a:r>
              <a:rPr dirty="0"/>
              <a:t>ứng</a:t>
            </a:r>
            <a:r>
              <a:rPr spc="-60" dirty="0"/>
              <a:t> </a:t>
            </a:r>
            <a:r>
              <a:rPr dirty="0"/>
              <a:t>dụng</a:t>
            </a:r>
            <a:r>
              <a:rPr spc="-70" dirty="0"/>
              <a:t> </a:t>
            </a:r>
            <a:r>
              <a:rPr dirty="0"/>
              <a:t>web</a:t>
            </a:r>
            <a:r>
              <a:rPr spc="-35" dirty="0"/>
              <a:t> </a:t>
            </a:r>
            <a:r>
              <a:rPr dirty="0"/>
              <a:t>java</a:t>
            </a:r>
            <a:r>
              <a:rPr spc="-80" dirty="0"/>
              <a:t> </a:t>
            </a:r>
            <a:r>
              <a:rPr spc="-20" dirty="0"/>
              <a:t>(tt)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7392" y="6445208"/>
            <a:ext cx="2432685" cy="379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13142" y="6445208"/>
            <a:ext cx="765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449" y="861448"/>
            <a:ext cx="9600351" cy="391132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80"/>
              </a:spcBef>
              <a:buClr>
                <a:srgbClr val="CC9900"/>
              </a:buClr>
              <a:buSzPct val="70000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Định</a:t>
            </a:r>
            <a:r>
              <a:rPr sz="2400" spc="-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nghĩa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các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Bean</a:t>
            </a:r>
            <a:r>
              <a:rPr sz="2400" spc="-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mô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tả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dữ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liệu</a:t>
            </a:r>
            <a:endParaRPr sz="24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70000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Dùng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Servlet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xử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lí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yêu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cầu</a:t>
            </a:r>
            <a:endParaRPr sz="2400" dirty="0">
              <a:latin typeface="Arial"/>
              <a:cs typeface="Arial"/>
            </a:endParaRPr>
          </a:p>
          <a:p>
            <a:pPr marL="641985" lvl="1" indent="-229235">
              <a:lnSpc>
                <a:spcPct val="100000"/>
              </a:lnSpc>
              <a:spcBef>
                <a:spcPts val="480"/>
              </a:spcBef>
              <a:buClr>
                <a:srgbClr val="999933"/>
              </a:buClr>
              <a:buSzPct val="65000"/>
              <a:buFont typeface="Wingdings"/>
              <a:buChar char=""/>
              <a:tabLst>
                <a:tab pos="6426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Đọc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tham</a:t>
            </a:r>
            <a:r>
              <a:rPr sz="24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số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yêu</a:t>
            </a:r>
            <a:r>
              <a:rPr sz="2400" spc="-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cầu</a:t>
            </a:r>
            <a:endParaRPr sz="2400" dirty="0">
              <a:latin typeface="Arial"/>
              <a:cs typeface="Arial"/>
            </a:endParaRPr>
          </a:p>
          <a:p>
            <a:pPr marL="641985" lvl="1" indent="-229235">
              <a:lnSpc>
                <a:spcPct val="100000"/>
              </a:lnSpc>
              <a:spcBef>
                <a:spcPts val="480"/>
              </a:spcBef>
              <a:buClr>
                <a:srgbClr val="999933"/>
              </a:buClr>
              <a:buSzPct val="65000"/>
              <a:buFont typeface="Wingdings"/>
              <a:buChar char=""/>
              <a:tabLst>
                <a:tab pos="6426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Kiểm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tra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tính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hợp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lệ</a:t>
            </a:r>
            <a:endParaRPr sz="2400" dirty="0">
              <a:latin typeface="Arial"/>
              <a:cs typeface="Arial"/>
            </a:endParaRPr>
          </a:p>
          <a:p>
            <a:pPr marL="641985" lvl="1" indent="-229235">
              <a:lnSpc>
                <a:spcPct val="100000"/>
              </a:lnSpc>
              <a:spcBef>
                <a:spcPts val="480"/>
              </a:spcBef>
              <a:buClr>
                <a:srgbClr val="999933"/>
              </a:buClr>
              <a:buSzPct val="65000"/>
              <a:buFont typeface="Wingdings"/>
              <a:buChar char=""/>
              <a:tabLst>
                <a:tab pos="6426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Gọi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tầng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Business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Logic</a:t>
            </a:r>
            <a:endParaRPr sz="2400" dirty="0">
              <a:latin typeface="Arial"/>
              <a:cs typeface="Arial"/>
            </a:endParaRPr>
          </a:p>
          <a:p>
            <a:pPr marL="641985" lvl="1" indent="-229235">
              <a:lnSpc>
                <a:spcPct val="100000"/>
              </a:lnSpc>
              <a:spcBef>
                <a:spcPts val="480"/>
              </a:spcBef>
              <a:buClr>
                <a:srgbClr val="999933"/>
              </a:buClr>
              <a:buSzPct val="65000"/>
              <a:buFont typeface="Wingdings"/>
              <a:buChar char=""/>
              <a:tabLst>
                <a:tab pos="6426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Kết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quả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được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đặt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vào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các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Bean ở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bước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292929"/>
                </a:solidFill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70000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Nạp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các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Bean</a:t>
            </a:r>
            <a:r>
              <a:rPr sz="2400" spc="-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vào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request,</a:t>
            </a:r>
            <a:r>
              <a:rPr sz="2400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session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..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292929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4"/>
              </a:spcBef>
              <a:buClr>
                <a:srgbClr val="CC9900"/>
              </a:buClr>
              <a:buSzPct val="70000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Chuyển</a:t>
            </a:r>
            <a:r>
              <a:rPr sz="24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yêu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cầu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tới</a:t>
            </a:r>
            <a:r>
              <a:rPr sz="2400" spc="-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trang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JSP</a:t>
            </a:r>
            <a:r>
              <a:rPr sz="24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tương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ứng</a:t>
            </a:r>
            <a:r>
              <a:rPr sz="24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(VIEW)</a:t>
            </a:r>
            <a:endParaRPr sz="24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70000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Các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trang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JSP</a:t>
            </a:r>
            <a:r>
              <a:rPr sz="24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trình</a:t>
            </a:r>
            <a:r>
              <a:rPr sz="24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bày</a:t>
            </a:r>
            <a:r>
              <a:rPr sz="24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kết</a:t>
            </a:r>
            <a:r>
              <a:rPr sz="2400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quả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từ</a:t>
            </a:r>
            <a:r>
              <a:rPr sz="24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29"/>
                </a:solidFill>
                <a:latin typeface="Arial"/>
                <a:cs typeface="Arial"/>
              </a:rPr>
              <a:t>các</a:t>
            </a:r>
            <a:r>
              <a:rPr sz="2400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29"/>
                </a:solidFill>
                <a:latin typeface="Arial"/>
                <a:cs typeface="Arial"/>
              </a:rPr>
              <a:t>Bean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748278" y="188163"/>
            <a:ext cx="1645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CaseStudy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7392" y="6445208"/>
            <a:ext cx="2432685" cy="379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13142" y="6445208"/>
            <a:ext cx="765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064" y="880186"/>
            <a:ext cx="85369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CC9900"/>
              </a:buClr>
              <a:buSzPct val="68181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Viết</a:t>
            </a:r>
            <a:r>
              <a:rPr sz="2200" spc="-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ứng</a:t>
            </a:r>
            <a:r>
              <a:rPr sz="22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dụng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Web</a:t>
            </a:r>
            <a:r>
              <a:rPr sz="22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hiển</a:t>
            </a:r>
            <a:r>
              <a:rPr sz="22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thị</a:t>
            </a:r>
            <a:r>
              <a:rPr sz="2200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danh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sách</a:t>
            </a:r>
            <a:r>
              <a:rPr sz="2200" spc="-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Customer</a:t>
            </a:r>
            <a:r>
              <a:rPr sz="2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sử</a:t>
            </a:r>
            <a:r>
              <a:rPr sz="2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dụng</a:t>
            </a:r>
            <a:r>
              <a:rPr sz="2200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"/>
                <a:cs typeface="Arial"/>
              </a:rPr>
              <a:t>mô</a:t>
            </a:r>
            <a:r>
              <a:rPr sz="22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"/>
                <a:cs typeface="Arial"/>
              </a:rPr>
              <a:t>hình </a:t>
            </a:r>
            <a:r>
              <a:rPr sz="2200" spc="-25" dirty="0">
                <a:solidFill>
                  <a:srgbClr val="292929"/>
                </a:solidFill>
                <a:latin typeface="Arial"/>
                <a:cs typeface="Arial"/>
              </a:rPr>
              <a:t>MVC</a:t>
            </a:r>
            <a:endParaRPr sz="2200" dirty="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455324"/>
              </p:ext>
            </p:extLst>
          </p:nvPr>
        </p:nvGraphicFramePr>
        <p:xfrm>
          <a:off x="2307082" y="1990878"/>
          <a:ext cx="6228079" cy="2216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Hồ</a:t>
                      </a:r>
                      <a:r>
                        <a:rPr sz="1800" spc="-1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Đình</a:t>
                      </a:r>
                      <a:r>
                        <a:rPr sz="1800" spc="-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Khả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Female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Trần</a:t>
                      </a:r>
                      <a:r>
                        <a:rPr sz="1800" spc="-7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Thị</a:t>
                      </a:r>
                      <a:r>
                        <a:rPr sz="1800" spc="-4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Như</a:t>
                      </a:r>
                      <a:r>
                        <a:rPr sz="18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Ý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Male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Lương</a:t>
                      </a:r>
                      <a:r>
                        <a:rPr sz="1800" spc="-9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An </a:t>
                      </a:r>
                      <a:r>
                        <a:rPr sz="1800" spc="-2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Vinh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Female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Đoàn</a:t>
                      </a:r>
                      <a:r>
                        <a:rPr sz="1800" spc="-7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Trình</a:t>
                      </a:r>
                      <a:r>
                        <a:rPr sz="1800" spc="-5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Dục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Female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Lê</a:t>
                      </a:r>
                      <a:r>
                        <a:rPr sz="1800" spc="-8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Triệu</a:t>
                      </a:r>
                      <a:r>
                        <a:rPr sz="1800" spc="-5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Ngọc</a:t>
                      </a:r>
                      <a:r>
                        <a:rPr sz="1800" spc="-3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Đức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292929"/>
                          </a:solidFill>
                          <a:latin typeface="Arial"/>
                          <a:cs typeface="Arial"/>
                        </a:rPr>
                        <a:t>Female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6111" y="6401561"/>
            <a:ext cx="628650" cy="247650"/>
            <a:chOff x="8516111" y="6401561"/>
            <a:chExt cx="628650" cy="247650"/>
          </a:xfrm>
        </p:grpSpPr>
        <p:sp>
          <p:nvSpPr>
            <p:cNvPr id="3" name="object 3"/>
            <p:cNvSpPr/>
            <p:nvPr/>
          </p:nvSpPr>
          <p:spPr>
            <a:xfrm>
              <a:off x="8535161" y="640156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599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5161" y="663016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34162" y="6401561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6865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6249161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304800" y="0"/>
                </a:lnTo>
              </a:path>
              <a:path w="533400" h="152400">
                <a:moveTo>
                  <a:pt x="533400" y="15240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6401561"/>
            <a:ext cx="5334000" cy="152400"/>
          </a:xfrm>
          <a:custGeom>
            <a:avLst/>
            <a:gdLst/>
            <a:ahLst/>
            <a:cxnLst/>
            <a:rect l="l" t="t" r="r" b="b"/>
            <a:pathLst>
              <a:path w="5334000" h="152400">
                <a:moveTo>
                  <a:pt x="0" y="0"/>
                </a:moveTo>
                <a:lnTo>
                  <a:pt x="152400" y="152399"/>
                </a:lnTo>
              </a:path>
              <a:path w="5334000" h="152400">
                <a:moveTo>
                  <a:pt x="152400" y="152399"/>
                </a:moveTo>
                <a:lnTo>
                  <a:pt x="3428999" y="152399"/>
                </a:lnTo>
              </a:path>
              <a:path w="5334000" h="152400">
                <a:moveTo>
                  <a:pt x="3428999" y="152399"/>
                </a:moveTo>
                <a:lnTo>
                  <a:pt x="3657599" y="0"/>
                </a:lnTo>
              </a:path>
              <a:path w="5334000" h="152400">
                <a:moveTo>
                  <a:pt x="3657599" y="0"/>
                </a:moveTo>
                <a:lnTo>
                  <a:pt x="5333999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6467854"/>
            <a:ext cx="586740" cy="33375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600200" y="822689"/>
            <a:ext cx="3639820" cy="4023360"/>
            <a:chOff x="76200" y="884303"/>
            <a:chExt cx="3639820" cy="40233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59" y="2269235"/>
              <a:ext cx="1818702" cy="26380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884303"/>
              <a:ext cx="3639312" cy="8479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96617" y="1662810"/>
              <a:ext cx="1819275" cy="1849755"/>
            </a:xfrm>
            <a:custGeom>
              <a:avLst/>
              <a:gdLst/>
              <a:ahLst/>
              <a:cxnLst/>
              <a:rect l="l" t="t" r="r" b="b"/>
              <a:pathLst>
                <a:path w="1819275" h="1849754">
                  <a:moveTo>
                    <a:pt x="1733549" y="1763776"/>
                  </a:moveTo>
                  <a:lnTo>
                    <a:pt x="1733549" y="1849501"/>
                  </a:lnTo>
                  <a:lnTo>
                    <a:pt x="1790615" y="1820926"/>
                  </a:lnTo>
                  <a:lnTo>
                    <a:pt x="1747773" y="1820926"/>
                  </a:lnTo>
                  <a:lnTo>
                    <a:pt x="1747773" y="1792351"/>
                  </a:lnTo>
                  <a:lnTo>
                    <a:pt x="1790784" y="1792351"/>
                  </a:lnTo>
                  <a:lnTo>
                    <a:pt x="1733549" y="1763776"/>
                  </a:lnTo>
                  <a:close/>
                </a:path>
                <a:path w="1819275" h="1849754">
                  <a:moveTo>
                    <a:pt x="895350" y="14350"/>
                  </a:moveTo>
                  <a:lnTo>
                    <a:pt x="895350" y="1820926"/>
                  </a:lnTo>
                  <a:lnTo>
                    <a:pt x="1733549" y="1820926"/>
                  </a:lnTo>
                  <a:lnTo>
                    <a:pt x="1733549" y="1806575"/>
                  </a:lnTo>
                  <a:lnTo>
                    <a:pt x="923925" y="1806575"/>
                  </a:lnTo>
                  <a:lnTo>
                    <a:pt x="909574" y="1792351"/>
                  </a:lnTo>
                  <a:lnTo>
                    <a:pt x="923925" y="1792351"/>
                  </a:lnTo>
                  <a:lnTo>
                    <a:pt x="923925" y="28575"/>
                  </a:lnTo>
                  <a:lnTo>
                    <a:pt x="909574" y="28575"/>
                  </a:lnTo>
                  <a:lnTo>
                    <a:pt x="895350" y="14350"/>
                  </a:lnTo>
                  <a:close/>
                </a:path>
                <a:path w="1819275" h="1849754">
                  <a:moveTo>
                    <a:pt x="1790784" y="1792351"/>
                  </a:moveTo>
                  <a:lnTo>
                    <a:pt x="1747773" y="1792351"/>
                  </a:lnTo>
                  <a:lnTo>
                    <a:pt x="1747773" y="1820926"/>
                  </a:lnTo>
                  <a:lnTo>
                    <a:pt x="1790615" y="1820926"/>
                  </a:lnTo>
                  <a:lnTo>
                    <a:pt x="1819274" y="1806575"/>
                  </a:lnTo>
                  <a:lnTo>
                    <a:pt x="1790784" y="1792351"/>
                  </a:lnTo>
                  <a:close/>
                </a:path>
                <a:path w="1819275" h="1849754">
                  <a:moveTo>
                    <a:pt x="923925" y="1792351"/>
                  </a:moveTo>
                  <a:lnTo>
                    <a:pt x="909574" y="1792351"/>
                  </a:lnTo>
                  <a:lnTo>
                    <a:pt x="923925" y="1806575"/>
                  </a:lnTo>
                  <a:lnTo>
                    <a:pt x="923925" y="1792351"/>
                  </a:lnTo>
                  <a:close/>
                </a:path>
                <a:path w="1819275" h="1849754">
                  <a:moveTo>
                    <a:pt x="1733549" y="1792351"/>
                  </a:moveTo>
                  <a:lnTo>
                    <a:pt x="923925" y="1792351"/>
                  </a:lnTo>
                  <a:lnTo>
                    <a:pt x="923925" y="1806575"/>
                  </a:lnTo>
                  <a:lnTo>
                    <a:pt x="1733549" y="1806575"/>
                  </a:lnTo>
                  <a:lnTo>
                    <a:pt x="1733549" y="1792351"/>
                  </a:lnTo>
                  <a:close/>
                </a:path>
                <a:path w="1819275" h="1849754">
                  <a:moveTo>
                    <a:pt x="9239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895350" y="28575"/>
                  </a:lnTo>
                  <a:lnTo>
                    <a:pt x="895350" y="14350"/>
                  </a:lnTo>
                  <a:lnTo>
                    <a:pt x="923925" y="14350"/>
                  </a:lnTo>
                  <a:lnTo>
                    <a:pt x="923925" y="0"/>
                  </a:lnTo>
                  <a:close/>
                </a:path>
                <a:path w="1819275" h="1849754">
                  <a:moveTo>
                    <a:pt x="923925" y="14350"/>
                  </a:moveTo>
                  <a:lnTo>
                    <a:pt x="895350" y="14350"/>
                  </a:lnTo>
                  <a:lnTo>
                    <a:pt x="909574" y="28575"/>
                  </a:lnTo>
                  <a:lnTo>
                    <a:pt x="923925" y="28575"/>
                  </a:lnTo>
                  <a:lnTo>
                    <a:pt x="923925" y="143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5267" y="899293"/>
            <a:ext cx="5009388" cy="30568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77392" y="6445208"/>
            <a:ext cx="2432685" cy="379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Trường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Đại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học</a:t>
            </a:r>
            <a:r>
              <a:rPr sz="12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Sài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gòn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Khoa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Công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nghệ</a:t>
            </a:r>
            <a:r>
              <a:rPr sz="12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Thông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tin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13142" y="6445208"/>
            <a:ext cx="765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292929"/>
                </a:solidFill>
                <a:latin typeface="Arial"/>
                <a:cs typeface="Arial"/>
              </a:rPr>
              <a:t>OOP</a:t>
            </a:r>
            <a:r>
              <a:rPr sz="12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Axis">
  <a:themeElements>
    <a:clrScheme name="2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2_Axi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2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4910</Words>
  <Application>Microsoft Office PowerPoint</Application>
  <PresentationFormat>Widescreen</PresentationFormat>
  <Paragraphs>846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Arial</vt:lpstr>
      <vt:lpstr>Calibri</vt:lpstr>
      <vt:lpstr>Calibri Light</vt:lpstr>
      <vt:lpstr>Helvetica</vt:lpstr>
      <vt:lpstr>Times New Roman</vt:lpstr>
      <vt:lpstr>Trebuchet MS</vt:lpstr>
      <vt:lpstr>Verdana</vt:lpstr>
      <vt:lpstr>Wingdings</vt:lpstr>
      <vt:lpstr>2_Axis</vt:lpstr>
      <vt:lpstr>Web Java Application Tổng quan</vt:lpstr>
      <vt:lpstr>Các thành phần Web Aplication</vt:lpstr>
      <vt:lpstr>PowerPoint Presentation</vt:lpstr>
      <vt:lpstr>3 phương pháp phát triển java web</vt:lpstr>
      <vt:lpstr>Các thành phần của Servlet/JSP</vt:lpstr>
      <vt:lpstr>Kiến trúc cho ứng dụng Servlet/JSP</vt:lpstr>
      <vt:lpstr>Java Servlets</vt:lpstr>
      <vt:lpstr>Kiến trúc JSP</vt:lpstr>
      <vt:lpstr>Cấu trúc Web Application *.war</vt:lpstr>
      <vt:lpstr>Các thư mục và tập tin của Web Application</vt:lpstr>
      <vt:lpstr>Cấu hình: tập tin web.xml</vt:lpstr>
      <vt:lpstr>Cấu hình: tập tin web.xml</vt:lpstr>
      <vt:lpstr>Cấu hình: Annotations</vt:lpstr>
      <vt:lpstr>Công nghệ và công cụ phát triển Wen app</vt:lpstr>
      <vt:lpstr>CaseStudy Tạo Web App</vt:lpstr>
      <vt:lpstr>Java Servlets</vt:lpstr>
      <vt:lpstr>Dynamic web model</vt:lpstr>
      <vt:lpstr>Công nghệ Java Servlets</vt:lpstr>
      <vt:lpstr>Servlet</vt:lpstr>
      <vt:lpstr>Servlet?</vt:lpstr>
      <vt:lpstr>Vòng đời của Servlet</vt:lpstr>
      <vt:lpstr>Các phương thức trong vòng đời</vt:lpstr>
      <vt:lpstr>Phương thức init()</vt:lpstr>
      <vt:lpstr>Phương thức Service()</vt:lpstr>
      <vt:lpstr>Demo Servlet</vt:lpstr>
      <vt:lpstr>Lập trình gọi Servlet từ HTML</vt:lpstr>
      <vt:lpstr>Phương thức doGet và doPost</vt:lpstr>
      <vt:lpstr>Sử dụng doGet()</vt:lpstr>
      <vt:lpstr>doPost()</vt:lpstr>
      <vt:lpstr>Inteface RequestDispatcher</vt:lpstr>
      <vt:lpstr>Ví dụ RequestDispatcher</vt:lpstr>
      <vt:lpstr>sendRedirect()</vt:lpstr>
      <vt:lpstr>Session Manager</vt:lpstr>
      <vt:lpstr>Case Study</vt:lpstr>
      <vt:lpstr>Session Manager: Hidden Form field Project: WebSession1</vt:lpstr>
      <vt:lpstr>Session Manager: URL ReWriting Project: WebSession2</vt:lpstr>
      <vt:lpstr>Session Manager: Cookie Project: WebSession3</vt:lpstr>
      <vt:lpstr>PowerPoint Presentation</vt:lpstr>
      <vt:lpstr>Java Server Pages</vt:lpstr>
      <vt:lpstr>Tổng quan JSP</vt:lpstr>
      <vt:lpstr>JSP - Architecture</vt:lpstr>
      <vt:lpstr>Chu kỳ Request-Response JSP Page</vt:lpstr>
      <vt:lpstr>Chu kỳ Request-Response JSP Page</vt:lpstr>
      <vt:lpstr>JSP Scripting elements</vt:lpstr>
      <vt:lpstr>JSP comments &lt;%-- JSP comment--%&gt;</vt:lpstr>
      <vt:lpstr>Ví dụ Trang JSP đơn giản</vt:lpstr>
      <vt:lpstr>Thẻ JSP Scripting</vt:lpstr>
      <vt:lpstr>Ví dụ: Thẻ JSP Declaration</vt:lpstr>
      <vt:lpstr>Ví dụ : Thẻ JSP expression</vt:lpstr>
      <vt:lpstr>Ví dụ: Thẻ JSP expression</vt:lpstr>
      <vt:lpstr>3. Directive tag (&lt;%@ directive…. %&gt;)</vt:lpstr>
      <vt:lpstr>Ví dụ: JSP Directive</vt:lpstr>
      <vt:lpstr>Ví dụ: Thẻ JSP Scriptlet</vt:lpstr>
      <vt:lpstr>5. Action Tag</vt:lpstr>
      <vt:lpstr>Các thẻ JSP Action</vt:lpstr>
      <vt:lpstr>Ví dụ (jsp:forward)</vt:lpstr>
      <vt:lpstr>Ví dụ: (jsp:include)</vt:lpstr>
      <vt:lpstr>Ví dụ: (jsp:param)</vt:lpstr>
      <vt:lpstr>JSP Implicit Objects</vt:lpstr>
      <vt:lpstr>JSP Implicit Objects</vt:lpstr>
      <vt:lpstr>out object</vt:lpstr>
      <vt:lpstr>request object</vt:lpstr>
      <vt:lpstr>JSTL  (JavaServer Pages Standard Tag Library ) EL (Expression Language)</vt:lpstr>
      <vt:lpstr>Tổng quan</vt:lpstr>
      <vt:lpstr>EL Expression language</vt:lpstr>
      <vt:lpstr>Cú pháp EL</vt:lpstr>
      <vt:lpstr>Toán tử cơ bản trong EL</vt:lpstr>
      <vt:lpstr>Cài đặt thư viện JSTL</vt:lpstr>
      <vt:lpstr>Nhóm core tag</vt:lpstr>
      <vt:lpstr>Nhóm Formatting Tags</vt:lpstr>
      <vt:lpstr>Nhóm SQL Tags trong JSTL</vt:lpstr>
      <vt:lpstr>Nhóm JSTL Functions &lt;%@ taglib prefix="fn" uri="http://java.sun.com/jsp/html/functions" %&gt;</vt:lpstr>
      <vt:lpstr>Mô hình MVC</vt:lpstr>
      <vt:lpstr>Nội Dung</vt:lpstr>
      <vt:lpstr>So sánh JSP và Servlet</vt:lpstr>
      <vt:lpstr>Mô hình MVC</vt:lpstr>
      <vt:lpstr>Mô hình MVC (tt)</vt:lpstr>
      <vt:lpstr>Mô hình MVC trong ứng dụng web java</vt:lpstr>
      <vt:lpstr>Mô hình MVC trong ứng dụng web java (tt)</vt:lpstr>
      <vt:lpstr>CaseStudy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Java Application Tổng quan</dc:title>
  <cp:lastModifiedBy>Administrator</cp:lastModifiedBy>
  <cp:revision>12</cp:revision>
  <dcterms:created xsi:type="dcterms:W3CDTF">2024-11-20T04:16:10Z</dcterms:created>
  <dcterms:modified xsi:type="dcterms:W3CDTF">2024-11-23T02:33:59Z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2024-11-20T00:00:00Z</vt:filetime>
  </property>
</Properties>
</file>